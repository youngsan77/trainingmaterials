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"01. AI 협업의 특성과 사람의 판단 책임"의 첫 시도에서 본 것이다.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"03. 요구의 구체화와 명세"에서, 수용 테스트는 "04.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"10. 실패 대응·재시도·복구", 평가 세트는 "11.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84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3536234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19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고정된 경로를 코드로 정할 수 없는 열린 문제에 쓸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73576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많다. 그 교환이 언제 맞는지 따져야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373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3769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229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12010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고쳤다. 테스트도 돌리려 했으나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1201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3176016"/>
            <a:ext cx="62230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3769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필요할 때만 복잡도를 높이라.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규칙의 확정, 절차의 확정, 결과의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