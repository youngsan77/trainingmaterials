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"세션 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"세션 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"세션 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"세션 01. AI 협업의 특성과 사람의 판단 책임"의 첫 시도에서 본 것이다. 센서는 "세션 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한계("세션 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"세션 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"세션 03. 요구의 구체화와 명세"에서, 수용 테스트는 "세션 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"세션 10. 실패 대응·재시도·복구", 평가 세트는 "세션 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335366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98490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3536234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119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86330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08788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5493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고정된 경로를 코드로 정할 수 없는 열린 문제에 쓸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735763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많다. 그 교환이 언제 맞는지 따져야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37313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3769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3769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8229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12010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061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고쳤다. 테스트도 돌리려 했으나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62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12010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492610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12010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20461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8272"/>
            <a:ext cx="8412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3176016"/>
            <a:ext cx="62230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3769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3924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35366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필요할 때만 복잡도를 높이라.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3691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715966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규칙의 확정, 절차의 확정, 결과의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12010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135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