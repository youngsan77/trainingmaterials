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01. AI 협업의 특성과 사람의 판단 책임"의 첫 시도는 성격이 다른 작업을 모두 요청 한 줄로 에이전트에게 맡겼다. 이 세션은 결정 지도의 첫 결정, 곧 작업마다 어떤 방식으로 맡길지를 다룬다.</a:t>
            </a:r>
          </a:p>
          <a:p>
            <a:pPr lvl="0"/>
            <a:r>
              <a:rPr lang="ko-KR" sz="1200"/>
              <a:t>고른 방식을 패턴과 사람의 확인 지점으로 구성하는 일은 "세션 07. 워크플로·에이전트와 사람의 개입"이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코딩 에이전트 사례 원문 확인. 한글은 요약이다.</a:t>
            </a:r>
          </a:p>
          <a:p>
            <a:pPr lvl="0"/>
            <a:r>
              <a:rPr lang="ko-KR" sz="1200"/>
              <a:t>작업 특성을 4가지로 묶은 것은 이 과정의 정리다. 원문의 "잘 정의된 문제"와 "자동 테스트로 검증"을 바탕으로 업무 규칙과 되돌리기를 더했다.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</a:t>
            </a:r>
          </a:p>
          <a:p>
            <a:pPr lvl="0"/>
            <a:r>
              <a:rPr lang="ko-KR" sz="1200"/>
              <a:t>도식의 검색은 저장소의 코드·문서 읽기, 도구는 빌드·테스트 실행, 기억은 작업 사이의 진행 기록이다.</a:t>
            </a:r>
          </a:p>
          <a:p>
            <a:pPr lvl="0"/>
            <a:r>
              <a:rPr lang="ko-KR" sz="1200"/>
              <a:t>증강 LLM은 방식이 아니라 방식들의 공통 부품이다. 같은 부품을 사람이 순서를 정해 쓰면 워크플로, LLM이 순서를 정해 쓰면 에이전트다.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워크플로·에이전트의 정의는 "세션 01. AI 협업의 특성과 사람의 판단 책임"의 「워크플로와 에이전트」에서 인용했다. 수작업과 대화형 보조는 이 과정이 더한 비교 대상이다.</a:t>
            </a:r>
          </a:p>
          <a:p>
            <a:pPr lvl="0"/>
            <a:r>
              <a:rPr lang="ko-KR" sz="1200"/>
              <a:t>수작업도 결정적인 도구(스크립트·템플릿)를 쓴다. 사람이 실행하고 결과를 직접 확인한다는 점이 다르다.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질문의 순서는 이 과정의 정리다. 인용 근거: Anthropic(2024) 원문 확인.</a:t>
            </a:r>
          </a:p>
          <a:p>
            <a:pPr lvl="0"/>
            <a:r>
              <a:rPr lang="ko-KR" sz="1200"/>
              <a:t>결정적인 도구로 충분한 작업(늘 같은 결과)은 이 순서에 들어오기 전에 걸러진다(「AI에게 맡기지 않는 작업」).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 표는 이 과정의 정리다.</a:t>
            </a:r>
          </a:p>
          <a:p>
            <a:pPr lvl="0"/>
            <a:r>
              <a:rPr lang="ko-KR" sz="1200"/>
              <a:t>작은 작업에서는 방식 간 비용 차이가 작다. 「06. 시연 — 주문 금액 구현을 3가지 방식으로」에서는 단계마다 새로 시작한 워크플로가 에이전트보다 토큰을 더 썼다.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한글은 요약이다.</a:t>
            </a:r>
          </a:p>
          <a:p>
            <a:pPr lvl="0"/>
            <a:r>
              <a:rPr lang="ko-KR" sz="1200"/>
              <a:t>포매터·정적 검사·빌드 도구는 뒤에서 에이전트의 결과를 확인하는 센서가 된다.</a:t>
            </a:r>
          </a:p>
          <a:p>
            <a:pPr lvl="0"/>
            <a:r>
              <a:rPr lang="ko-KR" sz="1200"/>
              <a:t>"AI는 추측한다"는 "세션 01. AI 협업의 특성과 사람의 판단 책임"의 첫 시도에서 본 것이다.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원전 표의 세 기준(Complex decision-making, Difficult-to-maintain rules, Heavy reliance on unstructured data)을 옮기고 뜻은 요약했다.</a:t>
            </a:r>
          </a:p>
          <a:p>
            <a:pPr lvl="0"/>
            <a:r>
              <a:rPr lang="ko-KR" sz="1200"/>
              <a:t>원전은 업무 자동화의 관점이다. 개발 작업의 예에 대응시킨 것은 이 과정의 해석이다.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 정하기는 업무 담당자와 사람이 정하고, LLM은 대화형 보조로 빠진 질문을 찾는 데 쓴다.</a:t>
            </a:r>
          </a:p>
          <a:p>
            <a:pPr lvl="0"/>
            <a:r>
              <a:rPr lang="ko-KR" sz="1200"/>
              <a:t>주문 데이터 이관은 외부 솔루션에서 옮겨 오는 이 시나리오의 작업이다. LLM이 변환 스크립트 초안을 쓸 수 있지만, 실행과 확인은 사람이 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저장소는 code/s02/order-demo, 실행 기록은 code/s02/demo-results에 있다. 2026-10-07에 Claude Code 2.1.292(비대화형 실행, 모델 claude-opus-5-5)로 실행했다.</a:t>
            </a:r>
          </a:p>
          <a:p>
            <a:pPr lvl="0"/>
            <a:r>
              <a:rPr lang="ko-KR" sz="1200"/>
              <a:t>강의장에서는 수강생의 도구로 다시 실행한다. 결과는 매번 달라질 수 있다(비결정성).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오류는 실제 출력이다(demo-results/chat-test1.txt). LLM의 덧붙인 말 원문: "I haven't seen Product.java, so number() is a guess."</a:t>
            </a:r>
          </a:p>
          <a:p>
            <a:pPr lvl="0"/>
            <a:r>
              <a:rPr lang="ko-KR" sz="1200"/>
              <a:t>맥락의 한계("세션 01. AI 협업의 특성과 사람의 판단 책임"의 「맥락의 한계」)가 그대로 드러난 장면이다. 대화형 보조에서는 맥락을 사람이 골라 붙인다.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①의 계획에는 "상품 객체를 들고 있으면 판매가가 바뀔 때 주문 금액도 바뀐다"는 판단이 적혀 있었다.</a:t>
            </a:r>
          </a:p>
          <a:p>
            <a:pPr lvl="0"/>
            <a:r>
              <a:rPr lang="ko-KR" sz="1200"/>
              <a:t>프롬프트는 줄였다. 원문은 demo-results/workflow-prompts.txt에 있다. ②의 프롬프트에는 ①의 계획을 그대로 붙였다.</a:t>
            </a:r>
          </a:p>
          <a:p>
            <a:pPr lvl="0"/>
            <a:r>
              <a:rPr lang="ko-KR" sz="1200"/>
              <a:t>②에서 테스트를 돌리지 못한 것은 오류가 아니라 의도한 경계다. 단계마다 권한을 좁히면 단계의 범위를 넘는 행동이 멈춘다.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에이전트가 만든 결과 그대로다(demo-results/agent/order/OrderItem.java). 단가를 주문 항목에 복사해 두므로 판매가가 바뀌어도 주문 금액은 그대로다.</a:t>
            </a:r>
          </a:p>
          <a:p>
            <a:pPr lvl="0"/>
            <a:r>
              <a:rPr lang="ko-KR" sz="1200"/>
              <a:t>에이전트에게 허용한 도구는 읽기·편집과 테스트 실행 스크립트 하나다. 위임 경계는 "세션 06. 작업 위임과 도구·권한·상태의 경계"에서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수치는 2026-10-07 실행 한 번의 기록이다. LLM 시간은 도구가 보고한 시간의 합이며, 사람이 붙여 넣고 테스트를 돌린 시간은 넣지 않았다. 입력 토큰에는 도구의 시스템 프롬프트와 도구 정의가 포함된다.</a:t>
            </a:r>
          </a:p>
          <a:p>
            <a:pPr lvl="0"/>
            <a:r>
              <a:rPr lang="ko-KR" sz="1200"/>
              <a:t>작업이 작아 방식 간 비용 차이가 작다. 작업이 크고 반복이 늘면 차이가 벌어진다(「04. 작업 특성에 따른 선택」의 「자율성의 대가」).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수강생이 먼저 고르게 하고 이유를 비교한다. 답은 하나가 아니며, 작업 특성의 판단이 맞는지가 핵심이다.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정하는 일은 "세션 03. 요구의 구체화와 명세"에서, 수용 테스트는 "세션 04. 수용 기준과 검증 가능한 작업 단위"에서 다룬다.</a:t>
            </a:r>
          </a:p>
          <a:p>
            <a:pPr lvl="0"/>
            <a:r>
              <a:rPr lang="ko-KR" sz="1200"/>
              <a:t>시연은 업무 규칙이 결정된 뒤의 장면이다. 그래서 3가지 방식 모두 업무 규칙을 지켰다.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"에이전트로 만들자"처럼 방식이 목표가 되면, 작업 특성을 묻지 않고 방식에 작업을 맞추게 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</a:t>
            </a:r>
          </a:p>
          <a:p>
            <a:pPr lvl="0"/>
            <a:r>
              <a:rPr lang="ko-KR" sz="1200"/>
              <a:t>실패 기록은 "세션 10. 실패 대응·재시도·복구", 평가 세트는 "세션 11. 평가 세트와 운영 점검 — 보안·비용·모델 변경"에서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LLM은 대부분의 작업을 에이전트에 맡기거나, 사내 템플릿이 있는 저장소 골격에도 AI를 쓰기 쉽다. 점검 항목 2·5로 되돌린다.</a:t>
            </a:r>
          </a:p>
          <a:p>
            <a:pPr lvl="0"/>
            <a:r>
              <a:rPr lang="ko-KR" sz="1200"/>
              <a:t>평가는 방식 자체보다 작업 특성으로 설명한 이유를 본다. 같은 작업에 다른 방식을 골라도 이유가 맞으면 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첫 실수는 방식의 선택이었다. 다음 세션은 두 번째 실수, 곧 업무 규칙이 없었던 문제를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열의 순서는 「04. 작업 특성에 따른 선택」의 「선택의 순서」와 같다(업무 규칙 → 되돌리기 → 자동 확인 → 절차).</a:t>
            </a:r>
          </a:p>
          <a:p>
            <a:pPr lvl="0"/>
            <a:r>
              <a:rPr lang="ko-KR" sz="1200"/>
              <a:t>기존 구독 고객 이관에서 LLM은 변환 스크립트 초안을 쓸 수 있다. 실행과 확인은 사람이 한다.</a:t>
            </a:r>
          </a:p>
          <a:p>
            <a:pPr lvl="0"/>
            <a:r>
              <a:rPr lang="ko-KR" sz="1200"/>
              <a:t>저장소 골격은 사내 템플릿이 있어 AI가 필요 없다. 결제 연동 문서가 부실하다고 판단했다면 에이전트 + 사람 리뷰도 맞는 답이다.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1의 결과물 자체는 고치지 않는다. 그 결과물이 실습 2에서 어떤 작업으로 이어졌는지만 적는다.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주문 금액 구현을 3가지 방식으로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활용 방식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정해져 있고 무엇을 확인할 수 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보고 AI를 쓰는 방식을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고르고, 부적합한 방식의 이유를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맡겨도 된다는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한 단계 올리는 조건을 설명한다.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335366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27730"/>
                <a:gridCol w="342773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결과인지 정해졌는가?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금액을 언제의 가격으로 할지 정했는가?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끝내기까지의 작업 순서를 미리 적을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코드: 문서 확인 → 코드 작성 →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결과의 자동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옳은지 테스트로 확인할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수용 테스트로, 릴리스 노트는 사람이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잘못되었을 때 이전 상태로 정확히 돌릴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이전 커밋으로, 운영 데이터는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특성은 그 작업을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AI에게 맡겨도 되는지, 맡긴다면 어떤 방식으로 맡길지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가르는 성질이다.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테스트 결과에 따라 고칠 수 있으며 문제가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 정의되어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품질을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객관적으로 잴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있을 때 특히 효과적이다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 solutions are verifiable through automated tests; Agents can iterate on solutions using test results as feedback; The problem space is well-defined and structured; and Output quality can be measured objectively."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LLM에 검색·도구·기억을 붙인 것이다. 대화형 보조도 워크플로도 에이전트도 모두 이 증강 LLM 위에서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시스템의 기본 구성 요소는 검색·도구·기억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증강을 더한 LLM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basic building block of agentic systems is an LLM enhanced with augmentations such as retrieval, tools, and memory."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방식의 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 LLM은 같고,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순서를 누가 정하느냐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9849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658938" y="3536234"/>
            <a:ext cx="5826125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4가지 활용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386330"/>
          <a:ext cx="8305800" cy="3873500"/>
        </p:xfrm>
        <a:graphic>
          <a:graphicData uri="http://schemas.openxmlformats.org/drawingml/2006/table">
            <a:tbl>
              <a:tblPr/>
              <a:tblGrid>
                <a:gridCol w="977690"/>
                <a:gridCol w="1304349"/>
                <a:gridCol w="1555624"/>
                <a:gridCol w="889000"/>
                <a:gridCol w="3579137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이관 스크립트를 실행하고 건수·금액을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사람(LLM은 답·초안)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릴리스 노트 초안을 쓰고 사람이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정해 둔 순서대로 연동 코드를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파일을 찾고 고치고 테스트를 돌려 구현한다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수작업에서 에이전트로 갈수록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순서를 정하는 쪽이 사람에서 LLM으로 옮겨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LLM이 사람의 확인 없이 스스로 정하는 범위를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08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워크플로는 잘 정의된 작업에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예측 가능성과 일관성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주고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유연성과 모델 주도의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대규모로 필요할 때 더 나은 선택이다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offer predictability and consistency for well-defined tasks, whereas agents are the better option when flexibility and model-driven decision-making are needed at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선택의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9916" y="2386330"/>
          <a:ext cx="5910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1590040"/>
                <a:gridCol w="8915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"아니오"이면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"예"이면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먼저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쉬운가?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자동으로 확인할 수 있나?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절차가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특성을 차례로 물으면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단순하면서도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이른다. 업무 규칙이 정해졌는지와 되돌릴 수 있는지를 먼저 묻는다. 이 둘은 모델이 좋아져도 달라지지 않기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선택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 수를 예측하기 어렵고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고정된 경로를 코드로 정할 수 없는 열린 문제에 쓸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be used for open-ended problems where it's difficult or impossible to predict the required number of steps, and where you can't hardcode a fixed path."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마지막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앞의 질문을 모두 통과하고, 절차를 미리 정할 수 없을 때만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3066" y="4010083"/>
          <a:ext cx="6304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226820"/>
                <a:gridCol w="15900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오류가 쌓이는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비용이 커지는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질문이 많아질 때(사람의 시간)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단계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단계마다 맥락을 새로 읽을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단계에 걸쳐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 실행이 길어질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697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결과를 확인하는 시점이 뒤로 밀리고, 그사이 오류가 쌓이는 범위도 넓어진다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작업이 크고 반복이 많을수록 그 비용이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 시스템은 더 나은 작업 성능을 얻는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지연과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치르는 경우가 많으므로 그 교환이 언제 맞는지 따져야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"Agentic systems often trade latency and cost for better task performance, and you should consider when this tradeoff makes sense."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높은 비용과 오류가 누적될 가능성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autonomous nature of agents means higher costs, and the potential for compounding errors."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1163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대가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작업은 두 가지다.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AI를 쓸 이유가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답과 책임이 AI 밖에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 정하기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답은 업무 담당자가 안다. 사람이 정하고 AI는 질문을 찾는다.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작업의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책임은 사람이 진다. 사람이 실행하고 AI는 초안만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필요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늘 같은 결과가 필요하다.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골격·코드 형식·의존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AI는 매번 다르게 만든다. 템플릿·포매터·정적 검사로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 사례가 기준을 분명히 충족하지 않으면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해법으로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"Before committing to building an agent, validate that your use case can meet these criteria clearly. Otherwise, a deterministic solution may suffice."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50785" y="2112010"/>
          <a:ext cx="72288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2456180"/>
                <a:gridCol w="3042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 작업의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판단이 복잡한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상황에 따라 판단이 갈린다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테스트의 원인 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유지하기 어려운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많고 얽혀 고치기 비싸다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파일에 흩어진 검사 정리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비정형 데이터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문서·자연어를 해석해야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부실한 외부 문서를 읽고 연동 코드 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절차를 미리 정해 둘 수 없고 중간에 판단할 일이 많은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맞는다.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 (OpenAI, 2025)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81486"/>
                <a:gridCol w="2927789"/>
                <a:gridCol w="1660680"/>
                <a:gridCol w="213584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부적합한 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미정 — 업무 담당자만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늘 같은 결과가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매번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금액·상태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확인되나 고칠 곳을 미리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 — 순서를 못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정확해 순서를 적을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대가가 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데이터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돌리기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워크플로·에이전트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릴리스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릴리스에 해야 할 일 여섯 가지를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따져 보면 방식이 다음과 같이 갈린다.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기능 개발의 활용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이관은 왜 되돌리기 어려운가?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옮긴 주문은 곧바로 고객이 조회하고 배송이 진행된다. 잘못 옮긴 것을 나중에 알면 데이터는 고쳐도, 그사이 고객에게 일어난 일은 되돌릴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에이전트에게 맡긴 것은 하나뿐이다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여섯 가지 가운데 주문 금액·상태 구현만 에이전트에게 맡겼다.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준비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82585" y="2112010"/>
          <a:ext cx="63652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5278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준비물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 계산 두 곳(단가 확정, 주문 금액)이 "구현 필요"로 비어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주문할 때의 판매가, 주문 금액은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 → 2,000원, 판매가를 1,200원으로 바꿔도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스크립트 하나(sh run-tests.sh)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작업을 세 가지 방식으로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실행했다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세 번 모두 같은 저장소 사본과 같은 업무 규칙과 같은 수용 테스트를 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시연의 준비물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테스트는 "구현 필요" 예외로 실패한다.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질문하고 답을 붙여 넣고 테스트를 돌렸다.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함께 붙인 내용만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볼 수 있었다.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업무 규칙대로 OrderItem.confirm과 Order.totalAmount를 구현한 두 자바 파일의 전체 코드를 써줘." 업무 규칙과 두 파일만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 오류(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cannot find symbol: method productNumber()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). 질문에 없던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Product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메서드 이름을 추측했다.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"컴파일 오류가 났어. 고친 OrderItem.java 전체 코드만 다시 써줘." 오류 메시지를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통과. LLM은 "Product.java를 보지 못해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추측"이라고 덧붙였다.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질문 2번, 붙여 넣기 3번, 테스트 실행 2번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미리 정해 둔 프롬프트 셋을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실행했다. 단계마다 그 단계에 필요한 도구만 쓰도록 열어 두었다.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계획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"업무 규칙을 구현하려면 바꿀 클래스와 메서드를 목록으로 적어줘. 코드는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바꿀 곳 5가지의 계획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읽기·편집만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"다음 계획대로 코드를 바꿔줘. test/ 폴더는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두 파일을 고쳤고, 테스트는 권한이 없어 멈췄다.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 실행만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"sh run-tests.sh로 테스트를 실행하고 출력을 그대로 보고해줘."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순서를 사람이 정해 계획을 보고 넘길 수 있었다.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 product,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OrderItem(product.number(), product.salePrice(), quantity);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조회 메서드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amount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return unitPrice.times(quantity.value());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 하나만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주었다. 에이전트가 스스로 파일을 읽고 고치고 테스트를 돌려 끝냈다. 아래는 에이전트가 만든 코드다.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219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"docs/business-rule.md의 업무 규칙대로 구현해서 sh run-tests.sh가 통과하게 해줘. test/ 폴더의 테스트는 바꾸지 마. 끝나면 테스트 출력을 보여줘."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11턴, 34초, 통과. 테스트는 바꾸지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과제를 주고, 끝에서 바뀐 코드와 테스트 출력을 보았다.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결과의 비교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00926" y="2112010"/>
          <a:ext cx="7528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484120"/>
                <a:gridCol w="1143000"/>
                <a:gridCol w="919480"/>
                <a:gridCol w="94742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개입한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호출·턴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시간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질문·붙여 넣기·테스트 실행 7번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2·2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20초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1,608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56,810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 3개의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3·24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66초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6,333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402,181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하나와 결과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34초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3,367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339,270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방식 모두 업무 규칙을 지켰다. 달랐던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개입한 자리와 걸린 시간과 쓴 토큰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487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있으면 셋 다 지킨다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시도와 달리 업무 규칙과 수용 테스트를 주었기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토큰이 가장 적다. 대신 맥락을 사람이 골라 붙여야 하고, 빠뜨리면 LLM이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에이전트보다 토큰을 더 썼다. 단계마다 새로 시작해 파일을 다시 읽었다. 대신 중간 결과를 볼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개입이 가장 적다. 대신 확인이 끝에 몰린다.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외부 문서 품질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2112010"/>
          <a:ext cx="608330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1226820"/>
                <a:gridCol w="1757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정확하고 예제가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부실하고 응답 형식이 자주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정해지지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+ 사람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연동 코드라도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 문서의 품질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절차가 정해져 있는지 아닌지가 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연동 코드의 두 경우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연동 코드는 어느 쪽인가? 무엇을 확인하면 답할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결정 전과 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방식은 작업의 이름이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시점의 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정한다. 같은 구현이라도 업무 규칙이 정해지기 전과 후가 다르다.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구현을 맡기지 않는다. LLM으로 빠진 질문을 찾고 업무 담당자가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결과를 테스트로 확인할 수 있으므로 에이전트에게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결정되기 전에 에이전트에게 맡겼다.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 구현의 방식 변화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41450" y="3450336"/>
            <a:ext cx="6261100" cy="44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11086" y="2112010"/>
          <a:ext cx="750824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9591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목표가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"에이전트로 만들자"에서 출발했다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특성에서 출발한다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작업을 한 방식으로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성격이 다른 작업을 한 줄로 시켰다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따로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어려운 작업을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운영에 쓰일 설정까지 한 요청에 담았다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 없이 자율성을 높인다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테스트·기록·평가로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맞지 않는 방식을 골랐다면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방식을 다시 고른다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아래 셋이 자주 보이는 경우다.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3335366"/>
          <a:ext cx="5775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수용 테스트가 생겼다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통과와 실패 기록이 쌓였다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확인을 줄인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 세트를 통과했다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방식으로 시작하고, 맡겨도 된다는 증거가 분명할 때만 자율성을 높인다.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LLM으로 애플리케이션을 만들 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가능한 가장 단순한 해법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 필요할 때만 복잡도를 높인다 — 에이전트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아예 만들지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수도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building applications with LLMs, we recommend finding the simplest solution possible, and only increasing complexity when needed. This might mean not building agentic systems at all."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1596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계단마다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단계 올리려면 아래 단계에서 쌓은 증거가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연동 코드는 첫 릴리스에서 워크플로로 만들고, 테스트가 쌓인 다음 릴리스에서 에이전트로 올린다.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활용 방식 판단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수강생은 정기배송 시스템의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첫 릴리스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맡은 개발자다. 업무 담당자가 첫 릴리스 백로그를 넘겼다.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거절·회차 날짜 규칙 확정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담당자와 아직 정하지 않음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저장소 골격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사내 템플릿이 있음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뒤 착수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연동 코드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시스템 문서가 정확함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기존 구독 고객 이관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엑셀로 관리하던 구독 고객 1,200명을 옮김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출시 안내 문구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고객에게 보낼 변경 안내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위 백로그, 실습 1의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83553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백로그를 LLM에 제공하여, 작업마다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판단하고 그 판단으로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고른 뒤, 점검 항목으로 피드백하여 완성하십시오.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"백로그의 작업 6개마다 작업 특성 4가지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(업무 규칙의 확정, 절차의 확정, 결과의 자동 확인, 되돌리기 쉬움)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예·아니오로 판단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해 표로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"①의 판단으로 작업마다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(수작업·대화형 보조·워크플로·에이전트)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고르고,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부적합한 방식과 그 이유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덧붙여줘."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사람의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사람이 할 결정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거절, 회차 날짜 등)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에이전트에게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더 단순한 방식으로 충분한 작업에 에이전트를 선택하지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자동 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에이전트에게 맡긴 작업마다 결과를 확인할 테스트가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되돌리기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되돌리기 어려운 작업을 에이전트나 워크플로에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결정적인 도구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템플릿 같은 결정적인 도구로 충분한 작업에 AI를 쓰지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작업별 작업 특성과 활용 방식의 판단표. 실습 3의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선택하고,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높인다.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 선택의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규칙·절차의 확정, 자동 확인, 되돌리기 쉬움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수작업 → 대화형 보조 → 워크플로 → 에이전트. 작업 순서를 정하는 쪽이 사람에서 LLM으로 옮겨 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특성을 차례로 물어 가장 단순하면서 충분한 방식을 고르고, 부적합한 방식의 이유를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되돌리기 어려운 작업은 사람이, 늘 같은 결과가 필요한 작업은 결정적인 도구가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수용 테스트가 있으면 3가지 방식 모두 지킨다. 방식은 개입·시간·토큰과 확인 시점이 다르다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모호한 요청에서 업무 규칙을 찾아 정하고, 위임할 수 있는 작업 명세서로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2274314"/>
                <a:gridCol w="1054438"/>
                <a:gridCol w="1318648"/>
                <a:gridCol w="895912"/>
                <a:gridCol w="889000"/>
                <a:gridCol w="1873489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거절·회차 날짜 규칙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수작업(사내 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신청과 회차 생성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예(확정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구독 고객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출시 안내 문구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아니오(발송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 + 사람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 6개를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판단했다. 앞 질문에서 방식이 정해지면 뒤 칸은 "—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첫 릴리스의 활용 방식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작업이 되었다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"사람이 정할 결정"이 백로그의 첫 작업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거절·회차 날짜 규칙 확정)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되었다.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작업과 그 결정 목록. 실습 3의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부적합한 방식의 이유.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4_Office 테마</vt:lpstr>
      <vt:lpstr>02. 작업 특성에 따른 AI 활용 방식 목차</vt:lpstr>
      <vt:lpstr>01. 세션 목표</vt:lpstr>
      <vt:lpstr>02. 작업 특성</vt:lpstr>
      <vt:lpstr>증강 LLM 03. AI 활용 방식</vt:lpstr>
      <vt:lpstr>4가지 활용 방식 03. AI 활용 방식</vt:lpstr>
      <vt:lpstr>선택의 순서 04. 작업 특성에 따른 선택</vt:lpstr>
      <vt:lpstr>자율성의 대가 04. 작업 특성에 따른 선택</vt:lpstr>
      <vt:lpstr>AI에게 맡기지 않는 작업 04. 작업 특성에 따른 선택</vt:lpstr>
      <vt:lpstr>에이전트가 맞는 작업 04. 작업 특성에 따른 선택</vt:lpstr>
      <vt:lpstr>05. 주문 기능 개발에서 LLM 활용</vt:lpstr>
      <vt:lpstr>시연 준비 06. 시연 — 주문 금액 구현을 3가지 방식으로</vt:lpstr>
      <vt:lpstr>대화형 보조 06. 시연 — 주문 금액 구현을 3가지 방식으로</vt:lpstr>
      <vt:lpstr>워크플로 06. 시연 — 주문 금액 구현을 3가지 방식으로</vt:lpstr>
      <vt:lpstr>에이전트 06. 시연 — 주문 금액 구현을 3가지 방식으로</vt:lpstr>
      <vt:lpstr>시연 결과의 비교 06. 시연 — 주문 금액 구현을 3가지 방식으로</vt:lpstr>
      <vt:lpstr>외부 문서 품질 07. 판단이 갈리는 경우</vt:lpstr>
      <vt:lpstr>업무 규칙 결정 전과 후 07. 판단이 갈리는 경우</vt:lpstr>
      <vt:lpstr>08. 잘못된 관행</vt:lpstr>
      <vt:lpstr>09. 자율성을 높이는 조건</vt:lpstr>
      <vt:lpstr>10. 실습 — 활용 방식 판단</vt:lpstr>
      <vt:lpstr>11. 요약</vt:lpstr>
      <vt:lpstr>활용 방식 판단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 작업 특성에 따른 AI 활용 방식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