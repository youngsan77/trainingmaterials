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작업 특성에 따른 AI 활용 방식"은 "어떤 방식으로 맡길까?"를 다뤘다. 이 세션은 "무엇을 만들게 할까?"를 다룬다. "무엇으로 받아들일까?"(수용 기준)는 "세션 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"주문한다"를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"세션 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"주문한다"를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"세션 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"세션 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"세션 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"세션 04. 수용 기준과 검증 가능한 작업 단위", 맥락 파일은 "세션 05. 도메인·설계 지식과 맥락 구성",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"세션 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"세션 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기준을 갖춘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스스로 정하지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AI에게 코드를 맡기기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SDD가 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 오래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쓸지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요구공학이 답해 온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3335366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어느 경로를 택하든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빠지지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가장 작은 명세는 유저 스토리와 수용 기준이며,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과제의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"주문한다"는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01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038200" y="3297936"/>
            <a:ext cx="7067600" cy="204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"주문한다"를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241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(As a…)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(GIVEN… WHEN… THEN…)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12010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새로 생긴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요구공학이 써 온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그대로 따른다.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요구와 요구사항과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이 가운데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268222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올바른 결과인가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대한 답이 업무 규칙이다. 요청 문장에는 그 답이 없으므로 업무 담당자에게 물어서 확인해야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6977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43299" y="2124456"/>
            <a:ext cx="7643813" cy="50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이벤트에서 출발한다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형식마다 보는 관점과 다루는 작업의 크기가 다를 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이벤트는 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AI에게 맡기는 작업의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한 번에 만들고 한 번에 확인할 수 있는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스토리에는 결정적인 세 가지 면이 있고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그중 "왜"가 그 스토리로 얻는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조건을 모은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AI에게 맡길 때는 그중에서도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화면·서버·DB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층으로 나누지 않고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자른다. 한 조각만 만들어도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061046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609686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53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기대하는 행위를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합의하고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예를 그대로 검증에 잇는 협업 방식이다. TDD에서 출발해 요구 분석까지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112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스토리가 말하는 행위가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형식의 시나리오로 적는다.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규칙과 예와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나누어 대화하는 방법이다. 그 카드가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4797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82800" y="3185714"/>
            <a:ext cx="4978400" cy="266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12010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386330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다루는 범위와 남기는 기간에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아니라 명세가 가리키는 자료다.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이미 있는 내용을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옮겨 적지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맥락으로 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4418" y="3998976"/>
            <a:ext cx="3535164" cy="233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60650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하나를 맡기기 위한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붙여 쓴다. 프롬프트와 달리 저장소에 남겨 함께 검토하되, 오래 쓸 업무 규칙은 요구사항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62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335366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279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 그 작업의 AI 지원 개발 흐름에서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 사람은 명세만 고치며 코드는 건드리지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12010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3769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061046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12010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12010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4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12010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형식을 주자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