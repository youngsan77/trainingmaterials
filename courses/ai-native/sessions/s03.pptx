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작업 특성에 따른 AI 활용 방식"은 "어떤 방식으로 맡길까?"를 다뤘다. 이 세션은 "무엇을 만들게 할까?"를 다룬다. "무엇으로 받아들일까?"(수용 기준)는 "세션 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"주문한다"를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"세션 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"주문한다"를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"세션 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"세션 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"세션 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"세션 04. 수용 기준과 검증 가능한 작업 단위", 맥락 파일은 "세션 05. 도메인·설계 지식과 맥락 구성",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"세션 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"세션 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"세션 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3335366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"주문한다"는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858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038200" y="3023616"/>
            <a:ext cx="7067600" cy="204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"주문한다"를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241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(As a…)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(GIVEN… WHEN… THEN…)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12010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conform", 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268222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6977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43299" y="2124456"/>
            <a:ext cx="7643813" cy="50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이벤트는 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about.", 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스토리에는 결정적인 세 가지 면이 있고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Confirmation.", 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061046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335366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4797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82800" y="3185714"/>
            <a:ext cx="4978400" cy="266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12010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250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69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4418" y="3724656"/>
            <a:ext cx="3535164" cy="233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60650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62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"주문한다"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335366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279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 그 작업의 AI 지원 개발 흐름에서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 사람은 명세만 고치며 코드는 건드리지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12010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3769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061046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12010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12010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4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12010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형식을 주자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