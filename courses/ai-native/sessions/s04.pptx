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도메인 모델"의 용어·개념·상태·업무 규칙이 입력이다. 단가 보존과 결제 거절의 의미를 바꾸지 않는다.</a:t>
            </a:r>
          </a:p>
          <a:p>
            <a:pPr lvl="0"/>
            <a:r>
              <a:rPr lang="ko-KR" sz="1200"/>
              <a:t>아키텍처의 상세 설계 기법을 모두 익히는 것이 아니라 다음 구현이 경계를 추측하지 않을 수준을 목표로 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Lewis·Fowler, Microservices(2014)는 독립 프로세스·독립 배포를 설명한다. Fowler, MonolithFirst(2015)는 처음부터 마이크로서비스로 시작하는 위험을 논한다. 원문을 verify-quote.js --check로 확인한 범위에서 설명한다.</a:t>
            </a:r>
          </a:p>
          <a:p>
            <a:pPr lvl="0"/>
            <a:r>
              <a:rPr lang="ko-KR" sz="1200"/>
              <a:t>계층형 자체가 의존성 역전과 양립할 수 없는 것은 아니다. 단순한 상위→하위 구현 의존을 무조건 채택할 때의 위험을 비교한다.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화살표는 호출 시간순이 아니라 소스 코드의 의존 방향이다. 아래 패키지 도식과 인터페이스 선언으로 구체화한다.</a:t>
            </a:r>
          </a:p>
          <a:p>
            <a:pPr lvl="0"/>
            <a:r>
              <a:rPr lang="ko-KR" sz="1200"/>
              <a:t>새 시스템의 첫 기능을 만드는 작은 팀이라는 과정 전제로 한 배포 단위의 예를 택했다. 모듈 격리의 모든 수단을 구현한 예는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Larman, Applying UML and Patterns, 3rd ed., Low Coupling·High Cohesion의 정의를 원문 확인했다. 두 개념은 대안을 평가하는 기준이지 클래스 수를 정하는 공식이 아니다.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The Single Responsibility Principle, 2014-05-08. verify-quote.js로 두 문장을 원문 확인했다.</a:t>
            </a:r>
          </a:p>
          <a:p>
            <a:pPr lvl="0"/>
            <a:r>
              <a:rPr lang="ko-KR" sz="1200"/>
              <a:t>금액 정책을 기술 정책으로 취급하지 않는다. 무엇이 옳은 금액인지는 사람이 정하고, 그 결정을 지킬 책임 배치는 설계에서 정한다.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Design Principles and Design Patterns(2000), The Dependency Inversion Principle. 원문 확인 완료.</a:t>
            </a:r>
          </a:p>
          <a:p>
            <a:pPr lvl="0"/>
            <a:r>
              <a:rPr lang="ko-KR" sz="1200"/>
              <a:t>코드의 OrderService 필드 타입이 PaymentGateway이며 PaymentAdapter는 implements로 연결된다. 구체 구현을 선택해 주입하는 조립 코드는 업무 밖에 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예제의 결제 기능은 order→payment·delivery와 persistence→order를 실행한다. 상품 포트는 선언만 두며 조회 기능과 실제 외부 연동은 구현하지 않는다.</a:t>
            </a:r>
          </a:p>
          <a:p>
            <a:pPr lvl="0"/>
            <a:r>
              <a:rPr lang="ko-KR" sz="1200"/>
              <a:t>productadapter는 구현할 책임의 위치를 보인 것이다. 새로 네트워크 서비스를 만들었다는 뜻이 아니다.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원본은 code/s04/architecture/src/에 있다. boolean은 승인·거절만 다루는 교육용 단순화다. 통신 오류를 거절로 바꾸지 않는다.</a:t>
            </a:r>
          </a:p>
          <a:p>
            <a:pPr lvl="0"/>
            <a:r>
              <a:rPr lang="ko-KR" sz="1200"/>
              <a:t>배송 요청의 void는 비동기를 뜻하지 않는다. 이 과정은 동기·비동기 전달 방식을 결정하지 않았다.</a:t>
            </a:r>
          </a:p>
          <a:p>
            <a:pPr lvl="0"/>
            <a:r>
              <a:rPr lang="ko-KR" sz="1200"/>
              <a:t>주문 번호의 String 표현은 발췌 예의 단순화이며 업무 용어는 바뀌지 않는다. 인증과 실제 결제 수단 전달 방식은 외부 규격 확인이 필요하다.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Martin(2000), The Acyclic Dependencies Principle. betwen은 원문의 표기이며 원문 확인을 마쳤다.</a:t>
            </a:r>
          </a:p>
          <a:p>
            <a:pPr lvl="0"/>
            <a:r>
              <a:rPr lang="ko-KR" sz="1200"/>
              <a:t>순환 금지는 이 사례의 패키지 규칙이다. 모든 종류의 연결과 실행 호출의 재진입까지 금지한다는 뜻이 아니다.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code/s04/architecture/check-architecture.mjs가 JDK jdeps로 의존을 추출하고 금지 방향과 순환을 판정한다. run.mjs는 정상 예와 위반 fixture를 컴파일해 확인한다.</a:t>
            </a:r>
          </a:p>
          <a:p>
            <a:pPr lvl="0"/>
            <a:r>
              <a:rPr lang="ko-KR" sz="1200"/>
              <a:t>도식의 각 단계는 run.mjs의 javac 호출, inspect의 jdeps 호출, 그래프 순회, CLI의 실패 종료 코드에 이어진다.</a:t>
            </a:r>
          </a:p>
          <a:p>
            <a:pPr lvl="0"/>
            <a:r>
              <a:rPr lang="ko-KR" sz="1200"/>
              <a:t>실패 이유를 에이전트가 읽을 수 있게 실제 패키지 경로를 출력한다. 에이전트 재시도 흐름 자체는 "세션 09. 검증 하네스"에서 다룬다.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과정에는 실제 외부 제공자의 API 문서가 주어지지 않았다. URL·HTTP 상태 코드·인증 토큰·재시도 횟수를 만들어 넣지 않는다.</a:t>
            </a:r>
          </a:p>
          <a:p>
            <a:pPr lvl="0"/>
            <a:r>
              <a:rPr lang="ko-KR" sz="1200"/>
              <a:t>문서를 찾아 제공하는 맥락 구성의 상세는 "세션 06. 맥락 구성"이 맡는다. 여기서는 설계가 확인해야 할 연동 정보를 정한다.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Cockburn, Hexagonal architecture(2005), Intent의 문장 일부를 원문 확인했다. 테스트 분리가 아키텍처의 목적에 포함된다는 근거로 사용한다.</a:t>
            </a:r>
          </a:p>
          <a:p>
            <a:pPr lvl="0"/>
            <a:r>
              <a:rPr lang="ko-KR" sz="1200"/>
              <a:t>실행 예는 결제 금액과 배송지·상태 변경 순서·횟수를 검사한다. lambda로 만든 결제·배송 대역을 교육용 어댑터에 연결한다.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원본: code/s04/architecture/src/order/OrderService.java. 생성자에서 저장소와 두 포트를 주입한다.</a:t>
            </a:r>
          </a:p>
          <a:p>
            <a:pPr lvl="0"/>
            <a:r>
              <a:rPr lang="ko-KR" sz="1200"/>
              <a:t>이 예는 앞에서 확정한 금액을 입력받는다. Order의 totalAmount 필드는 이번 결제 경계 예를 위한 단순화이며 단가 계산 원천을 변경한 것이 아니다.</a:t>
            </a:r>
          </a:p>
          <a:p>
            <a:pPr lvl="0"/>
            <a:r>
              <a:rPr lang="ko-KR" sz="1200"/>
              <a:t>code/s04/architecture/src/paymentadapter와 deliveryadapter는 주입한 연결 함수에 위임하는 교육용 구현이다. 실제 제공자의 프로토콜 변환을 구현한 것으로 소개하지 않는다.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 명령: node courses/ai-native/sessions/code/s04/architecture/run.mjs. JDK 17 이상과 Node.js를 사용하며 외부 서비스나 라이브러리를 호출하지 않는다.</a:t>
            </a:r>
          </a:p>
          <a:p>
            <a:pPr lvl="0"/>
            <a:r>
              <a:rPr lang="ko-KR" sz="1200"/>
              <a:t>검사의 배치와 전체 하네스 운영은 "세션 09. 검증 하네스"에서 다룬다. 여기서는 검사를 가능하게 하는 구조와 실제 판정을 보인다.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persistence→order의 인터페이스 구현 의존은 허용한다. 업무 쪽이 persistence를 다시 알게 되는 경우와 구분한다.</a:t>
            </a:r>
          </a:p>
          <a:p>
            <a:pPr lvl="0"/>
            <a:r>
              <a:rPr lang="ko-KR" sz="1200"/>
              <a:t>“AI가 제안했으니 표준 구조다”를 근거로 삼지 않는다. 요구·변경·검증에서 이 경계가 필요한 이유를 설명하게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만든 실습 2의 요구사항 정의서와 실습 3의 도메인 모델을 첫 프롬프트에 붙인다. 실제 강사 예시 입력은 code/s04/exercise-conversation/input-s02.md와 input-s03.md다.</a:t>
            </a:r>
          </a:p>
          <a:p>
            <a:pPr lvl="0"/>
            <a:r>
              <a:rPr lang="ko-KR" sz="1200"/>
              <a:t>②~④는 기본 문구만 입력하지 않는다. [앞선 질문에 대한 답]과 [추가 질문·수정 요청]을 함께 작성한다.</a:t>
            </a:r>
          </a:p>
          <a:p>
            <a:pPr lvl="0"/>
            <a:r>
              <a:rPr lang="ko-KR" sz="1200"/>
              <a:t>실제 입력·응답은 code/s04/exercise-conversation/에 보존한다. ①~③은 Codex로 먼저 실행했고, 같은 프롬프트를 Claude Code로 다시 실행해 ①~⑤를 한 대화로 완성했다. 채택본은 claude-response-*다.</a:t>
            </a:r>
          </a:p>
          <a:p>
            <a:pPr lvl="0"/>
            <a:r>
              <a:rPr lang="ko-KR" sz="1200"/>
              <a:t>실습 3에서 정한 신청 상태와 전이를 그대로 쓴다. 첫 결제 처리 권한을 새 업무 상태로 만들지 않게 ④에서 되돌린다.</a:t>
            </a:r>
          </a:p>
          <a:p>
            <a:pPr lvl="0"/>
            <a:r>
              <a:rPr lang="ko-KR" sz="1200"/>
              <a:t>앞 실습에서 발견해 되돌린 것 — 요청 이름(결제 승인·배송 요청)을 용어집과 맞추고, 결제 거절과 통신 오류를 구분해 "확정할 수 없는 응답을 실패로 바꾸지 않는다"를 요구사항의 결제 결과 조건에 더했다. 독립 서비스 분리안은 채택하지 않았고, 실제 API 문서가 없다는 사실은 미결로 남겼다.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클래스 수나 인터페이스 수가 품질이 아니다. 경계가 업무 의미와 검증에 어떤 도움을 주는지 설명하게 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4의 ⑤로 받은 최종 MD의 1절이다. 전문은 code/s04/exercise-conversation/정기배송-최초신청-아키텍처.md다.</a:t>
            </a:r>
          </a:p>
          <a:p>
            <a:pPr lvl="0"/>
            <a:r>
              <a:rPr lang="ko-KR" sz="1200"/>
              <a:t>수강생의 답은 패키지 이름과 개수가 다를 수 있다. 업무가 구현을 모르는지와 포트의 소유자가 누구인지를 본다.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MD의 2절 원본 그대로다. 노드 라벨만 슬라이드 폭에 맞게 줄였다.</a:t>
            </a:r>
          </a:p>
          <a:p>
            <a:pPr lvl="0"/>
            <a:r>
              <a:rPr lang="ko-KR" sz="1200"/>
              <a:t>수강생에게 묻는다: 화살표를 호출 순서로 읽으면 어느 규칙이 깨지는가?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MD의 3절이다. 금지 목록의 둘째 줄이 포트를 둔 이유를 가장 잘 보여 준다.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MD의 4절을 줄였다. 계약별 요청·결과의 전체 항목은 전문에 있다.</a:t>
            </a:r>
          </a:p>
          <a:p>
            <a:pPr lvl="0"/>
            <a:r>
              <a:rPr lang="ko-KR" sz="1200"/>
              <a:t>조건부 전이는 "조회한 뒤 결제한다"로는 동시 재전송의 중복 청구를 막지 못한다는 ④의 지적에서 나왔다.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MD의 5·6절이다. 미결은 제목과 한 줄 이유만 남기고 줄였다.</a:t>
            </a:r>
          </a:p>
          <a:p>
            <a:pPr lvl="0"/>
            <a:r>
              <a:rPr lang="ko-KR" sz="1200"/>
              <a:t>미결을 남긴 것이 감점이 아니라는 점을 짚는다. 확인할 사람과 영향이 적혀 있으면 다음 작업을 시작할 수 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아키텍처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외부 연동 규격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글로 적고 검사로 지킨다. 사람은 업무의 의미를 지킬 구조를 정하고, AI는 대안 검토와 위반 검사를 돕는다.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 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관심사를 구분하고 사례에 맞는 구성을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응집도·결합도·단일 책임·의존성 역전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경계의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업무·연동·영속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나누고 허용하는 의존 방향을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연동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구현에 필요한 정보와 미정 사항을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인터페이스와 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업무 규칙을 확인하고 의존 위반을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스타일마다 정하는 것이 다르다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819400"/>
                <a:gridCol w="4119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스타일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기대와 주의점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계층형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표현·업무·데이터 접근의 계층과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구분하기 쉽지만 업무가 기술 계층에 묶일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포트와 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입출력과 외부 기술 연결의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업무를 독립적으로 검사하되 연결 인터페이스가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모듈러 모놀리스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모듈 경계를 가진 하나의 배포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배포는 단순하지만 모듈 간 의존을 지켜야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마이크로서비스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독립적으로 배포하는 서비스의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 자율성을 얻지만 통신·운영의 부담이 늘어난다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 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책임을 나누고 연결하는 방식이다. 내부 의존을 정하는 방식과 배포 단위를 정하는 방식은 함께 선택할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스타일의 관심사와 선택 비용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포트와 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쓰는 시스템도 하나의 배포 단위일 수 있다. 네 스타일 중 하나만 고르는 문제가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변경과 검증의 필요다. AI가 코드를 빨리 만든다는 이유만으로 서비스 수를 늘리지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시스템은 포트와 어댑터 스타일을 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업무 규칙을 외부 상품·결제·배송 시스템과 영속 기술에서 분리해 구현하고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업무가 필요로 하는 입출력 인터페이스다. 결제 승인 요청의 이름과 필요한 정보는 업무의 말로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포트와 외부 기술을 연결하는 구현이다. 외부 API의 필드 이름과 인증 방식은 이쪽에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업무 패키지를 별도의 서비스로 배포하지 않는다. 독립 배포가 필요한지는 별도 근거가 생겼을 때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업무와 외부 기술 연결의 분리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087688" y="3998976"/>
            <a:ext cx="2968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응집도와 결합도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3098800"/>
                <a:gridCol w="3393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책임의 관련성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변경의 영향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클래스에 모두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금액·결제 인증·SQL·배송 변환이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API 변경이 주문 계산 코드까지 건드린다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업무와 연결을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흐름과 외부 프로토콜이 각각 모인다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필드 변경을 해당 어댑터 안에서 다룰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요소의 책임이 얼마나 관련되고 집중되어 있는지,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다른 요소를 얼마나 알고 의존하는지를 뜻한다.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결제 책임의 배치 비교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응집도를 높인다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것은 관련된 일을 모은다는 뜻이다. 메서드 수가 적으면 무조건 좋은 것은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결합도를 낮춘다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것은 필요한 연결까지 없앤다는 뜻이 아니다. 주문은 결제 결과를 알아야 하지만 외부 SDK의 형식까지 알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본다. 함께 바뀌는 작은 계산을 근거 없이 여러 인터페이스로 나누면 탐색과 수정이 더 어려워진다.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단일 책임과 변경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26476" y="2786726"/>
          <a:ext cx="50774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59588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둘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시점의 단가와 계산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업무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인증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결제 시스템을 호출하는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저장하고 읽는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영속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단일 책임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이유로 바뀌는 것을 모으고, 다른 이유로 바뀌는 것을 분리하는 판단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이유로 바뀌는 것은 모으고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다른 이유로 바뀌는 것은 분리한다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"Gather together the things that change for the same reasons. Separate those things that change for different reasons."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변경 이유로 경계 판단하기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메서드 하나라는 뜻이 아니다. 같은 업무 결정을 지키는 여러 메서드는 한 책임에 속할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바꿀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변경 이유를 설명한다. “파일이 길다”만으로 나누면 실제로 함께 바뀌는 코드가 흩어질 수 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SRP — Single Responsibility Principle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의존성 역전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의존성 역전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업무가 구체 구현 대신 추상을 알도록 의존을 바꾸는 원칙이다. 외부 연결 구현이 업무에서 정한 인터페이스를 구현한다.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추상에 의존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구체 구현에는 의존하지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"Depend upon Abstractions. Do not depend upon concretions."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호출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의존 방향은 다르다. 실행 중 주문이 결제 연동을 호출해도 주문 코드가 연동 클래스를 import할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인터페이스의 위치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결정한다. 이 사례의 결제 포트는 업무 패키지인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두고 연동 구현은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DIP — Dependency Inversion Principle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포트와 구현의 의존 방향</a:t>
            </a:r>
          </a:p>
        </p:txBody>
      </p:sp>
      <p:pic>
        <p:nvPicPr>
          <p:cNvPr id="11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859817" y="3886754"/>
            <a:ext cx="5424365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패키지의 경계와 의존 방향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도메인 개념과 업무에 필요한 인터페이스를 담는다. 외부 기술을 다루는 패키지는 그 인터페이스에 의존한다.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결제·배송·상품의 업무 인터페이스를 안다. 연동 클래스나 SQL을 직접 사용하지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영속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주문 저장소 인터페이스를 구현한다. 주문은 저장소의 사용법을 알고 저장 기술은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도식의 화살표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의존이다. 외부 시스템에 요청하는 실행 흐름은 이 선의 방향만으로 설명하지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193067" y="3998976"/>
            <a:ext cx="6757865" cy="208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경계를 인터페이스로 표현하기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2856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payment;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amount, PaymentMethod method);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업무가 외부에 기대하는 요청을 표현한다. 외부 API의 경로나 응답 JSON을 그대로 업무에 들여오지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63789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delivery;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DeliveryGateway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Address shippingAddress);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업무가 사용하는 결제·배송 포트</a:t>
            </a:r>
          </a:p>
        </p:txBody>
      </p:sp>
      <p:pic>
        <p:nvPicPr>
          <p:cNvPr id="35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36058" y="2153894"/>
            <a:ext cx="2671885" cy="115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허용과 금지를 글로 적기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624628"/>
          <a:ext cx="59436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89738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업무의 연동 의존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업무의 영속 의존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persistence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persistence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순환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어떤 패키지가 무엇을 알아도 되는지 정한다. 이름만 나누고 규칙을 적지 않으면 같은 구조를 서로 다르게 해석할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패키지 사이의 의존은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이루어서는 안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dependencies betwen packages must not form cycles."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의존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05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실습의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에도 같은 원칙을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조립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구현체를 골라 업무 객체에 넣어 준다. 업무 밖의 조립·테스트 코드가 구현을 아는 것과 업무의 의존 위반은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규칙 위반을 검사하기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6586" y="3153793"/>
          <a:ext cx="5857240" cy="3873500"/>
        </p:xfrm>
        <a:graphic>
          <a:graphicData uri="http://schemas.openxmlformats.org/drawingml/2006/table">
            <a:tbl>
              <a:tblPr/>
              <a:tblGrid>
                <a:gridCol w="273558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인터페이스에만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의존과 순환이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클래스를 import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영속 클래스를 완전한 이름으로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persistence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패키지 간 순환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연결이 합의한 규칙을 지키는지 판정한다. 규칙을 문서에 적는 것과 검사에 구현하는 것을 함께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5534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검사를 확인하는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22393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문자열 검색의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피한다. import가 없어도 완전한 클래스 이름으로 의존할 수 있어 컴파일 결과를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클래스 의존이다. 리플렉션·실행 중 플러그인 로딩·업무 의미의 정확성은 이 검사로 판정하지 않는다.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의존 규칙 검사 흐름</a:t>
            </a:r>
          </a:p>
        </p:txBody>
      </p:sp>
      <p:pic>
        <p:nvPicPr>
          <p:cNvPr id="17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811959" y="2124456"/>
            <a:ext cx="7506494" cy="39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외부 연동 규격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39026" y="2386330"/>
          <a:ext cx="74523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014980"/>
                <a:gridCol w="312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정한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문서에서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식별·금액 단위·가격 기준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주문 금액의 승인·거절을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인증·결제 수단·응답 코드·통신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승인된 주문의 배송지로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필수 항목·요청 식별·접수 결과·통보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연동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외부 시스템에 무엇을 어떻게 보내고 어떤 결과를 받는지 정한 문서다. 업무 포트는 그 규격과 업무의 의미 사이에 경계를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업무의 요청과 외부 규격에서 확인할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읽는다. 작업에 해당하는 버전·요청·응답·오류를 찾고, 확인한 문서의 위치와 버전을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누락은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통신 오류가 거절인지, 배송 접수 실패 뒤 어떻게 처리할지는 임의로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실제 제공 문서를 구분한다. 아래 실습 답은 업무 수준의 합의이며 실제 API 명세를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실제 외부 시스템 없이 업무 규칙 확인하기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66145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업무와 외부 연결이 분리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되면 테스트가 승인·거절을 통제하고 배송 요청을 관찰할 수 있다. 업무 규칙을 확인할 때 실제 결제나 데이터베이스가 필요하지 않다.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실행 장치와 데이터베이스에서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분리해 개발하고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developed and tested in isolation from its eventual run-time devices and databases."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[Cockburn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실제 의존 대상을 대신하는 코드다. 결제 결과를 정하고 배송 요청의 금액·시점·횟수 등을 필요한 범위에서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분리된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빠른 피드백을 주지만 실제 연동 성공을 증명하지는 않는다. 외부 규격과 연결 구현의 검사는 별도로 필요하다.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2333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테스트에서 연결하는 결제·배송 대역</a:t>
            </a:r>
          </a:p>
        </p:txBody>
      </p:sp>
      <p:pic>
        <p:nvPicPr>
          <p:cNvPr id="10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3236058" y="4161074"/>
            <a:ext cx="2671885" cy="173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포트에 의존하는 주문 서비스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04946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repository.findBy(orderNumber);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(payment.requestApproval(order.totalAmount(), method))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delivery.requestDelivery(orderNumber,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repository.save(orderNumber, 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결제·배송 인터페이스를 통해 업무 흐름을 조정한다. 외부 API의 호출 형식은 이 코드의 책임이 아니다.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81944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결제대기 주문의 승인·거절이다. 통신 오류·중복 승인·배송 요청 실패의 보상과 재시도는 구현하지 않았다.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흐름에 필요한 의존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3236058" y="2153894"/>
            <a:ext cx="2671885" cy="173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동작과 구조를 각각 검사하기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2112010"/>
          <a:ext cx="60553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입력·변경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주문 2,000원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주문에 다른 카드로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 뒤 서울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인터페이스만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 의존·순환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 의존·순환이 있는 fixture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위반 경로 출력, 실패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검사마다 답하는 질문이 다르다.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동작 테스트는 옳은 결과를, 의존 검사는 합의한 구조를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예의 검사와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동작만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해도 외부 SDK를 업무에서 직접 사용했을 수 있다. 구조만 통과해도 거절된 주문에 배송을 요청할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센서를 만들기 쉬운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관찰할 연결점과 명확한 책임을 가진다. 검사 결과는 사람이거나 AI이거나 다음 수정자가 원인을 찾을 수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01536" y="2112010"/>
          <a:ext cx="79273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5958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 방향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외부 SDK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업무 규칙에 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포트와 연동 구현을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클래스로 주입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생성자를 써도 구현 의존이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필드·매개변수도 인터페이스로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업무와 영속이 서로 구현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양방향 의존으로 순환이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인터페이스와 책임 위치를 다시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이름마다 서비스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배포·통신 비용만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 배포의 실제 필요부터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 테스트로 구조도 통과 선언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위반을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동작과 의존을 각각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패키지를 나누는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업무와 외부 기술이 분리되지는 않는다. 실제 의존과 변경의 이유를 함께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경계를 흐리는 관행과 보완 방향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아키텍처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“첨부한 실습 2의 요구사항 정의서와 실습 3의 도메인 모델을 바탕으로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기존 쇼핑몰에 정기배송 최초 신청 기능을 추가할 구조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제안해라. 필요한 책임과 기존 기능과의 경계를 간단히 설명하고, 구조를 정하기 위해 내가 결정해야 할 사항은 질문해라. 신청 이후 운영과 구현 코드는 제외해라.”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아키텍처 선택과 패키지의 책임·의존 방향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정하고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대화창에 보여줘라. 화살표가 호출 순서인지 코드 의존인지 명확히 하고 불필요한 분리는 피하라.”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기존 쇼핑몰·결제·저장 기능과 연결할 때 필요한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요청·결과와 책임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정리해라. 제공자의 실제 API 정보는 만들지 말고, 업무에 필요한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 구현 전에 확인할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구분해라.”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요구사항의 대표 수용 기준과 도메인 모델로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책임·의존 규칙·연계 계약의 일관성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검토해라. 실제 외부 시스템 없이 업무 결과를 확인할 수 있는지도 설명해라. 바뀐 다이어그램은 다시 보여줘라.”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아키텍처를 다음 실습에 사용할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생성해라. 수강생이 함께 읽고 실습 5의 투입물로 쓸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핵심만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담고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슬라이드 다섯 장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들어가게 줄여라. 아키텍처 선택과 이유, 패키지와 책임,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허용·금지 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세 연계 계약의 목적과 담당 경계, 실제 외부 시스템 없이 확인하는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검증 방향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포함해라. 패키지 다이어그램은 대화창에서 본 최종본을 Mermaid 원본 그대로 하나만 넣어라. 앞 산출물의 업무 규칙·날짜·금액 조건은 반복하지 말고 참조해라. 남은 미결 사항은 제목과 한 줄 이유로 모아라.”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기존 쇼핑몰 기능을 다시 만들지 않고 연계 대상으로만 두었는가?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업무가 저장·연계 구현을 직접 알지 않으며, 화살표의 뜻이 코드 의존으로 분명한가?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연계마다 요청·결과와 담당 경계가 업무 용어로 설명되는가?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추측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제공되지 않은 API 주소·인증·기존 내부 구조를 지어내지 않았는가?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실제 외부 호출 없이 대표 수용 기준을 확인할 방법이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6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신청 이후 운영·구현 코드·성능 보장을 더하지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아키텍처 선택과 이유·패키지 다이어그램 원본·의존 규칙·연계 계약을 담은 최종 MD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5에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경계는 글로 적고 검사로 지킨다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책임·의존·배포의 서로 다른 질문에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포트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연동·영속 구현을 나눠 업무의 의미를 지킨다.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금지된 연결과 순환을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동작 테스트와 구조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다른 증거를 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외부와 주고받는 요청 이름을 용어집과 맞추는 일이다.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05. 작업 명세와 수용 기준"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범위와 받아들일 결과를 작업 하나의 명세로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아키텍처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84650"/>
          <a:ext cx="8305800" cy="3873500"/>
        </p:xfrm>
        <a:graphic>
          <a:graphicData uri="http://schemas.openxmlformats.org/drawingml/2006/table">
            <a:tbl>
              <a:tblPr/>
              <a:tblGrid>
                <a:gridCol w="1109431"/>
                <a:gridCol w="4823612"/>
                <a:gridCol w="2372758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 업무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최초 신청 흐름을 조정하고 네 포트를 소유한다. 본인 신청만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저장·연계 구현, 기존 정책의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신청·배송회차·첫 결제·계약. 일정 계산, 첫 배송일 하한, 상태 전이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패키지에 대한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쇼핑몰 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확인·금액 산정·첫 결제 포트의 구현. 응답을 업무 결과로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전이, 계약 성립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 저장 포트의 구현. 조건부 전이의 원자성과 성공의 한 단위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전이를 허용할지 판단하는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860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규칙과 날짜·금액 조건, 상태 전이는 실습 2의 요구사항 정의서와 실습 3의 도메인 모델을 따른다. 이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규칙을 어느 패키지가 맡고 패키지끼리 어떻게 의존하는지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정기배송 모듈을 기존 쇼핑몰과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배포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두고,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포트로 의존 방향을 뒤집는다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범위가 최초 신청 하나라 별도 서비스나 새 인프라를 둘 근거가 없다. 업무 흐름과 규칙이 결제·저장·기존 쇼핑몰의 구현 방식에 묶이지 않는다. 포트를 대역으로 바꾸면 실제 외부 시스템 없이 업무 결과를 확인할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6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패키지와 책임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화살표는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 의존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A의 코드가 B의 타입이나 인터페이스를 참조하며 호출 순서가 아니다.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신청 업무가 소유한 포트의 이름과, 단일 API인지 정하지 않은 기존 쇼핑몰을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호출과 코드 의존은 반대다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실행 중에는 신청 업무가 포트로 연계와 저장을 호출하지만, 코드에서는 연계와 저장이 신청 업무의 포트를 구현한다.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01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모듈의 패키지 의존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160588" y="3297936"/>
            <a:ext cx="4822825" cy="2626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도식에 있는 의존만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기존 요청 진입부 → 신청 업무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신청 업무 → 정기배송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쇼핑몰 연계·신청 저장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→ 신청 업무의 포트, 정기배송 규칙, 각자 필요한 기존 기능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구성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→ 세 패키지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(구현 객체를 만들어 연결할 때만)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정기배송 규칙에서 다른 패키지로 향하는 의존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신청 업무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에서 쇼핑몰 연계·신청 저장·기존 쇼핑몰 구현으로 향하는 의존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쇼핑몰 연계와 신청 저장 사이의 의존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쇼핑몰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에서 정기배송 내부로 향하는 의존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(진입부와 구성 코드는 예외)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모든 순환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도식에 있는 의존만 허용한다. 어기면 업무 결과가 맞아도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구조 검토를 통과하지 못한다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연계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쇼핑몰 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(선택 확인·금액 산정 포트)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선택 대상의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유효성·소유 관계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배송 달력 허용 여부를 판정하고, 기존 정책으로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회차별 최종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산정한다.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판정과 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은 기존 쇼핑몰이,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3일 하한과 진행 여부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정기배송 규칙과 신청 업무가 정한다. 금액은 고지할 때 한 번만 부른다.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(첫 결제 포트)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첫 회차 결제를 요청하고, 결과 확인은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청구 없이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기존 요청만 확인한다.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쇼핑몰 연계가 응답을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성공 확정·실패 확정·결과 확인 불가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바꾼다. 확정할 수 없는 응답을 실패로 바꾸지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저장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(신청 저장 포트)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두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조건부 전이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제공하며 새 업무 상태를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시작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신청준비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일 때만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첫결제결과확인중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으로 전이하고, 동시에 들어온 요청 중 성공한 하나만 결제를 요청한다.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 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첫결제결과확인중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결과확인필요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일 때만 반영하고, 성공이면 결제 결과·계약 1건·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한 단위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기록한다.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반복 전달은 안내만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상태가 바뀌는 것은 결과 확인 반영을 거칠 때뿐이며 상태 머신에 정의된 전이다.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세 계약은 업무 목적으로 나눈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논리적 묶음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이다. 기존 쇼핑몰이 각각을 단일 API로 제공한다고 가정하지 않는다.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연결 전에 확인할 규격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업무상 부적합과 기술 오류의 구분 · 중복 승인을 막는 수단과 새 청구 없는 조회 · 조건부 전이의 원자성. 셋이 입증되기 전에는 연동을 완료로 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 방향과 미결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89546" y="2112010"/>
          <a:ext cx="67513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590040"/>
                <a:gridCol w="22606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입증하는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입증하지 못하는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 포트만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상태·계약 수·결제 요청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저장과 결제의 실제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의존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허용·금지 의존과 순환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연계 환경에서 실측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 요구사항 충족 여부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대역으로는 못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외부 시스템 없이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포트만 대역으로 바꿔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업무 결과를 확인한다. 구조와 성능은 따로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방향의 검증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대역이 결과 확인 불가를 돌려주면 신청은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결과확인필요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되고 계약은 생기지 않는다. 같은 신청을 다시 보내도 결제 요청은 1회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 확인을 시작하는 주체와 시점 · 첫 회차와 일반 주문의 연결 · 신청 식별자 전달과 DB 제약 ·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신청준비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유효기간 · 결제 제공자의 멱등·조회·오류 규격 · 의존 검사 도구 · 성능 실측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04. 아키텍처 목차</vt:lpstr>
      <vt:lpstr>01. 세션 목표</vt:lpstr>
      <vt:lpstr>스타일마다 정하는 것이 다르다 02. 아키텍처 스타일</vt:lpstr>
      <vt:lpstr>주문 시스템의 선택 02. 아키텍처 스타일</vt:lpstr>
      <vt:lpstr>응집도와 결합도 03. 설계 원칙</vt:lpstr>
      <vt:lpstr>단일 책임과 변경 이유 03. 설계 원칙</vt:lpstr>
      <vt:lpstr>의존성 역전 03. 설계 원칙</vt:lpstr>
      <vt:lpstr>패키지의 경계와 의존 방향 04. 업무 패키지와 외부 시스템</vt:lpstr>
      <vt:lpstr>경계를 인터페이스로 표현하기 04. 업무 패키지와 외부 시스템</vt:lpstr>
      <vt:lpstr>허용과 금지를 글로 적기 05. 의존 규칙</vt:lpstr>
      <vt:lpstr>규칙 위반을 검사하기 05. 의존 규칙</vt:lpstr>
      <vt:lpstr>06. 외부 연동 규격</vt:lpstr>
      <vt:lpstr>실제 외부 시스템 없이 업무 규칙 확인하기 07. 검증하기 쉬운 구조</vt:lpstr>
      <vt:lpstr>포트에 의존하는 주문 서비스 07. 검증하기 쉬운 구조</vt:lpstr>
      <vt:lpstr>동작과 구조를 각각 검사하기 07. 검증하기 쉬운 구조</vt:lpstr>
      <vt:lpstr>08. 잘못된 관행</vt:lpstr>
      <vt:lpstr>09. 실습 — 아키텍처</vt:lpstr>
      <vt:lpstr>10. 요약</vt:lpstr>
      <vt:lpstr>정기배송 최초 신청 아키텍처 별첨. 실습 답</vt:lpstr>
      <vt:lpstr>패키지 다이어그램 별첨. 실습 답</vt:lpstr>
      <vt:lpstr>의존 규칙 별첨. 실습 답</vt:lpstr>
      <vt:lpstr>연계 계약 별첨. 실습 답</vt:lpstr>
      <vt:lpstr>검증 방향과 미결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아키텍처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