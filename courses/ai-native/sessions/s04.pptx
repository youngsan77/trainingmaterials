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"세션 09. 검증 하네스·결과 점검·피드백"의 센서, "세션 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"세션 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일한다"이다("세션 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3개("세션 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"세션 05. 도메인·설계 지식과 맥락 구성"에서 맥락으로 만든다.</a:t>
            </a:r>
          </a:p>
          <a:p>
            <a:pPr lvl="0"/>
            <a:r>
              <a:rPr lang="ko-KR" sz="1200"/>
              <a:t>첫 시도의 거절 처리는 "세션 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설명한다("세션 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"세션 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"세션 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"세션 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"세션 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998976"/>
            <a:ext cx="6223000" cy="131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898948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57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082800" y="3073492"/>
            <a:ext cx="497840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86330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86330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주문한다의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374136"/>
            <a:ext cx="6223000" cy="70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12010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("세션 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49490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4460985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TDD 주기를 따르고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"Write the simplest failing test first", [Beck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25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73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6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53706" y="2911394"/>
            <a:ext cx="6223000" cy="91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35366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주문한다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3374136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938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2624628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86330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7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실행되는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