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03. 도메인 모델"의 용어·개념·상태·업무 규칙이 입력이다. 단가 보존과 결제 거절의 의미를 바꾸지 않는다.</a:t>
            </a:r>
          </a:p>
          <a:p>
            <a:pPr lvl="0"/>
            <a:r>
              <a:rPr lang="ko-KR" sz="1200"/>
              <a:t>아키텍처의 상세 설계 기법을 모두 익히는 것이 아니라 다음 구현이 경계를 추측하지 않을 수준을 목표로 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Lewis·Fowler, Microservices(2014)는 독립 프로세스·독립 배포를 설명한다. Fowler, MonolithFirst(2015)는 처음부터 마이크로서비스로 시작하는 위험을 논한다. 원문을 verify-quote.js --check로 확인한 범위에서 설명한다.</a:t>
            </a:r>
          </a:p>
          <a:p>
            <a:pPr lvl="0"/>
            <a:r>
              <a:rPr lang="ko-KR" sz="1200"/>
              <a:t>계층형 자체가 의존성 역전과 양립할 수 없는 것은 아니다. 단순한 상위→하위 구현 의존을 무조건 채택할 때의 위험을 비교한다.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화살표는 호출 시간순이 아니라 소스 코드의 의존 방향이다. 아래 패키지 도식과 인터페이스 선언으로 구체화한다.</a:t>
            </a:r>
          </a:p>
          <a:p>
            <a:pPr lvl="0"/>
            <a:r>
              <a:rPr lang="ko-KR" sz="1200"/>
              <a:t>새 시스템의 첫 기능을 만드는 작은 팀이라는 과정 전제로 한 배포 단위의 예를 택했다. 모듈 격리의 모든 수단을 구현한 예는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Larman, Applying UML and Patterns, 3rd ed., Low Coupling·High Cohesion의 정의를 원문 확인했다. 두 개념은 대안을 평가하는 기준이지 클래스 수를 정하는 공식이 아니다.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The Single Responsibility Principle, 2014-05-08. verify-quote.js로 두 문장을 원문 확인했다.</a:t>
            </a:r>
          </a:p>
          <a:p>
            <a:pPr lvl="0"/>
            <a:r>
              <a:rPr lang="ko-KR" sz="1200"/>
              <a:t>금액 정책을 기술 정책으로 취급하지 않는다. 무엇이 옳은 금액인지는 사람이 정하고, 그 결정을 지킬 책임 배치는 설계에서 정한다.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Design Principles and Design Patterns(2000), The Dependency Inversion Principle. 원문 확인 완료.</a:t>
            </a:r>
          </a:p>
          <a:p>
            <a:pPr lvl="0"/>
            <a:r>
              <a:rPr lang="ko-KR" sz="1200"/>
              <a:t>코드의 OrderService 필드 타입이 PaymentGateway이며 PaymentAdapter는 implements로 연결된다. 구체 구현을 선택해 주입하는 조립 코드는 업무 밖에 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예제의 결제 기능은 order→payment·delivery와 persistence→order를 실행한다. 상품 포트는 선언만 두며 조회 기능과 실제 외부 연동은 구현하지 않는다.</a:t>
            </a:r>
          </a:p>
          <a:p>
            <a:pPr lvl="0"/>
            <a:r>
              <a:rPr lang="ko-KR" sz="1200"/>
              <a:t>productadapter는 구현할 책임의 위치를 보인 것이다. 새로 네트워크 서비스를 만들었다는 뜻이 아니다.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원본은 code/s04/architecture/src/에 있다. boolean은 승인·거절만 다루는 교육용 단순화다. 통신 오류를 거절로 바꾸지 않는다.</a:t>
            </a:r>
          </a:p>
          <a:p>
            <a:pPr lvl="0"/>
            <a:r>
              <a:rPr lang="ko-KR" sz="1200"/>
              <a:t>배송 요청의 void는 비동기를 뜻하지 않는다. 이 과정은 동기·비동기 전달 방식을 결정하지 않았다.</a:t>
            </a:r>
          </a:p>
          <a:p>
            <a:pPr lvl="0"/>
            <a:r>
              <a:rPr lang="ko-KR" sz="1200"/>
              <a:t>주문 번호의 String 표현은 발췌 예의 단순화이며 업무 용어는 바뀌지 않는다. 인증과 실제 결제 수단 전달 방식은 외부 규격 확인이 필요하다.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Martin(2000), The Acyclic Dependencies Principle. betwen은 원문의 표기이며 원문 확인을 마쳤다.</a:t>
            </a:r>
          </a:p>
          <a:p>
            <a:pPr lvl="0"/>
            <a:r>
              <a:rPr lang="ko-KR" sz="1200"/>
              <a:t>순환 금지는 이 사례의 패키지 규칙이다. 모든 종류의 연결과 실행 호출의 재진입까지 금지한다는 뜻이 아니다.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code/s04/architecture/check-architecture.mjs가 JDK jdeps로 의존을 추출하고 금지 방향과 순환을 판정한다. run.mjs는 정상 예와 위반 fixture를 컴파일해 확인한다.</a:t>
            </a:r>
          </a:p>
          <a:p>
            <a:pPr lvl="0"/>
            <a:r>
              <a:rPr lang="ko-KR" sz="1200"/>
              <a:t>도식의 각 단계는 run.mjs의 javac 호출, inspect의 jdeps 호출, 그래프 순회, CLI의 실패 종료 코드에 이어진다.</a:t>
            </a:r>
          </a:p>
          <a:p>
            <a:pPr lvl="0"/>
            <a:r>
              <a:rPr lang="ko-KR" sz="1200"/>
              <a:t>실패 이유를 에이전트가 읽을 수 있게 실제 패키지 경로를 출력한다. 에이전트 재시도 흐름 자체는 "세션 09. 검증 하네스"에서 다룬다.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과정에는 실제 외부 제공자의 API 문서가 주어지지 않았다. URL·HTTP 상태 코드·인증 토큰·재시도 횟수를 만들어 넣지 않는다.</a:t>
            </a:r>
          </a:p>
          <a:p>
            <a:pPr lvl="0"/>
            <a:r>
              <a:rPr lang="ko-KR" sz="1200"/>
              <a:t>문서를 찾아 제공하는 맥락 구성의 상세는 "세션 06. 맥락 구성"이 맡는다. 여기서는 설계가 확인해야 할 연동 정보를 정한다.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Cockburn, Hexagonal architecture(2005), Intent의 문장 일부를 원문 확인했다. 테스트 분리가 아키텍처의 목적에 포함된다는 근거로 사용한다.</a:t>
            </a:r>
          </a:p>
          <a:p>
            <a:pPr lvl="0"/>
            <a:r>
              <a:rPr lang="ko-KR" sz="1200"/>
              <a:t>실행 예는 결제 금액과 배송지·상태 변경 순서·횟수를 검사한다. lambda로 만든 결제·배송 대역을 교육용 어댑터에 연결한다.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원본: code/s04/architecture/src/order/OrderService.java. 생성자에서 저장소와 두 포트를 주입한다.</a:t>
            </a:r>
          </a:p>
          <a:p>
            <a:pPr lvl="0"/>
            <a:r>
              <a:rPr lang="ko-KR" sz="1200"/>
              <a:t>이 예는 앞에서 확정한 금액을 입력받는다. Order의 totalAmount 필드는 이번 결제 경계 예를 위한 단순화이며 단가 계산 원천을 변경한 것이 아니다.</a:t>
            </a:r>
          </a:p>
          <a:p>
            <a:pPr lvl="0"/>
            <a:r>
              <a:rPr lang="ko-KR" sz="1200"/>
              <a:t>code/s04/architecture/src/paymentadapter와 deliveryadapter는 주입한 연결 함수에 위임하는 교육용 구현이다. 실제 제공자의 프로토콜 변환을 구현한 것으로 소개하지 않는다.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 명령: node courses/ai-native/sessions/code/s04/architecture/run.mjs. JDK 17 이상과 Node.js를 사용하며 외부 서비스나 라이브러리를 호출하지 않는다.</a:t>
            </a:r>
          </a:p>
          <a:p>
            <a:pPr lvl="0"/>
            <a:r>
              <a:rPr lang="ko-KR" sz="1200"/>
              <a:t>검사의 배치와 전체 하네스 운영은 "세션 09. 검증 하네스"에서 다룬다. 여기서는 검사를 가능하게 하는 구조와 실제 판정을 보인다.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persistence→order의 인터페이스 구현 의존은 허용한다. 업무 쪽이 persistence를 다시 알게 되는 경우와 구분한다.</a:t>
            </a:r>
          </a:p>
          <a:p>
            <a:pPr lvl="0"/>
            <a:r>
              <a:rPr lang="ko-KR" sz="1200"/>
              <a:t>“AI가 제안했으니 표준 구조다”를 근거로 삼지 않는다. 요구·변경·검증에서 이 경계가 필요한 이유를 설명하게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기능 "신청한다"를 범위로 한다. 배송지 변경·해지·환불의 새 정책을 만들지 않는다.</a:t>
            </a:r>
          </a:p>
          <a:p>
            <a:pPr lvl="0"/>
            <a:r>
              <a:rPr lang="ko-KR" sz="1200"/>
              <a:t>실제 외부 API 문서는 주어지지 않았다. 답안은 업무 연동 계약과 규격 미제공의 담당·보류 결정을 완성한 샘플이며 가상의 URL을 추가하지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클래스 수나 인터페이스 수가 품질이 아니다. 경계가 업무 의미와 검증에 어떤 도움을 주는지 설명하게 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1~3의 완성 아키텍처다. 각 패키지의 존재 이유와 허용 방향을 답안 자체에서 설명한다.</a:t>
            </a:r>
          </a:p>
          <a:p>
            <a:pPr lvl="0"/>
            <a:r>
              <a:rPr lang="ko-KR" sz="1200"/>
              <a:t>product→payment는 앞 강의 코드의 금액 타입 재사용과 같다. 실행 전달 방식이나 독립 서비스 배포를 새로 가정하지 않았다.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2·3·6을 반영한 구조 결정문이다. 검증하라는 지시 대신 대역과 관찰 결과를 명시했다.</a:t>
            </a:r>
          </a:p>
          <a:p>
            <a:pPr lvl="0"/>
            <a:r>
              <a:rPr lang="ko-KR" sz="1200"/>
              <a:t>이것은 정기배송 설계 답안이다. 정기배송 코드를 실행했다는 결과 보고가 아니다. 정적 검사 구현의 실행 예는 강의의 주문 코드를 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 4·5를 충족하는 완성 답안이다. 알고 있는 계약을 실제 값으로 적고, 제공되지 않은 규격은 이유·담당·확인 시점·차단 범위를 기록했다.</a:t>
            </a:r>
          </a:p>
          <a:p>
            <a:pPr lvl="0"/>
            <a:r>
              <a:rPr lang="ko-KR" sz="1200"/>
              <a:t>“매뉴얼을 확인하라”는 과제 설명과 달리 제출할 계약과 보류 결정 자체다. 새로운 API 주소·인증 정책을 만들어 정답으로 제시하지 않는다.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완료된 보완 기록의 샘플이다. 앞 정의서를 수정하는 방법이나 수강생의 다음 할 일을 다시 설명하지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아키텍처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외부 연동 규격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의존 규칙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글로 적고 검사로 지킨다. 사람은 업무의 의미를 지킬 구조를 정하고, AI는 대안 검토와 위반 검사를 돕는다.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 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관심사를 구분하고 사례에 맞는 구성을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응집도·결합도·단일 책임·의존성 역전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경계의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업무·연동·영속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나누고 허용하는 의존 방향을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연동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구현에 필요한 정보와 미정 사항을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인터페이스와 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업무 규칙을 확인하고 의존 위반을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스타일마다 정하는 것이 다르다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819400"/>
                <a:gridCol w="4119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스타일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기대와 주의점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계층형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표현·업무·데이터 접근의 계층과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구분하기 쉽지만 업무가 기술 계층에 묶일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포트와 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입출력과 외부 기술 연결의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업무를 독립적으로 검사하되 연결 인터페이스가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모듈러 모놀리스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모듈 경계를 가진 하나의 배포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배포는 단순하지만 모듈 간 의존을 지켜야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마이크로서비스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독립적으로 배포하는 서비스의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 자율성을 얻지만 통신·운영의 부담이 늘어난다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아키텍처 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책임을 나누고 연결하는 방식이다. 내부 의존을 정하는 방식과 배포 단위를 정하는 방식은 함께 선택할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스타일의 관심사와 선택 비용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포트와 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쓰는 시스템도 하나의 배포 단위일 수 있다. 네 스타일 중 하나만 고르는 문제가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변경과 검증의 필요다. AI가 코드를 빨리 만든다는 이유만으로 서비스 수를 늘리지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아키텍처 스타일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시스템은 포트와 어댑터 스타일을 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업무 규칙을 외부 상품·결제·배송 시스템과 영속 기술에서 분리해 구현하고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포트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업무가 필요로 하는 입출력 인터페이스다. 결제 승인 요청의 이름과 필요한 정보는 업무의 말로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포트와 외부 기술을 연결하는 구현이다. 외부 API의 필드 이름과 인증 방식은 이쪽에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업무 패키지를 별도의 서비스로 배포하지 않는다. 독립 배포가 필요한지는 별도 근거가 생겼을 때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업무와 외부 기술 연결의 분리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087688" y="3998976"/>
            <a:ext cx="2968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응집도와 결합도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3098800"/>
                <a:gridCol w="3393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책임의 관련성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변경의 영향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클래스에 모두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금액·결제 인증·SQL·배송 변환이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API 변경이 주문 계산 코드까지 건드린다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업무와 연결을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흐름과 외부 프로토콜이 각각 모인다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필드 변경을 해당 어댑터 안에서 다룰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요소의 책임이 얼마나 관련되고 집중되어 있는지,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다른 요소를 얼마나 알고 의존하는지를 뜻한다.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결제 책임의 배치 비교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응집도를 높인다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것은 관련된 일을 모은다는 뜻이다. 메서드 수가 적으면 무조건 좋은 것은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결합도를 낮춘다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것은 필요한 연결까지 없앤다는 뜻이 아니다. 주문은 결제 결과를 알아야 하지만 외부 SDK의 형식까지 알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분리의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본다. 함께 바뀌는 작은 계산을 근거 없이 여러 인터페이스로 나누면 탐색과 수정이 더 어려워진다.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단일 책임과 변경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26476" y="2786726"/>
          <a:ext cx="50774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59588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둘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시점의 단가와 계산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업무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인증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결제 시스템을 호출하는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저장하고 읽는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영속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단일 책임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이유로 바뀌는 것을 모으고, 다른 이유로 바뀌는 것을 분리하는 판단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이유로 바뀌는 것은 모으고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다른 이유로 바뀌는 것은 분리한다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"Gather together the things that change for the same reasons. Separate those things that change for different reasons."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변경 이유로 경계 판단하기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메서드 하나라는 뜻이 아니다. 같은 업무 결정을 지키는 여러 메서드는 한 책임에 속할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바꿀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변경 이유를 설명한다. “파일이 길다”만으로 나누면 실제로 함께 바뀌는 코드가 흩어질 수 있다.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SRP — Single Responsibility Principle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의존성 역전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설계 원칙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의존성 역전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업무가 구체 구현 대신 추상을 알도록 의존을 바꾸는 원칙이다. 외부 연결 구현이 업무에서 정한 인터페이스를 구현한다.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추상에 의존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구체 구현에는 의존하지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"Depend upon Abstractions. Do not depend upon concretions."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호출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의존 방향은 다르다. 실행 중 주문이 결제 연동을 호출해도 주문 코드가 연동 클래스를 import할 필요는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인터페이스의 위치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결정한다. 이 사례의 결제 포트는 업무 패키지인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두고 연동 구현은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DIP — Dependency Inversion Principle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포트와 구현의 의존 방향</a:t>
            </a:r>
          </a:p>
        </p:txBody>
      </p:sp>
      <p:pic>
        <p:nvPicPr>
          <p:cNvPr id="11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859817" y="3886754"/>
            <a:ext cx="5424365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패키지의 경계와 의존 방향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9936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도메인 개념과 업무에 필요한 인터페이스를 담는다. 외부 기술을 다루는 패키지는 그 인터페이스에 의존한다.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결제·배송·상품의 업무 인터페이스를 안다. 연동 클래스나 SQL을 직접 사용하지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영속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주문 저장소 인터페이스를 구현한다. 주문은 저장소의 사용법을 알고 저장 기술은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도식의 화살표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의존이다. 외부 시스템에 요청하는 실행 흐름은 이 선의 방향만으로 설명하지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193067" y="3998976"/>
            <a:ext cx="6757865" cy="208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경계를 인터페이스로 표현하기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패키지와 외부 시스템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2856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payment;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PaymentGateway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amount, PaymentMethod method);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업무가 외부에 기대하는 요청을 표현한다. 외부 API의 경로나 응답 JSON을 그대로 업무에 들여오지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63789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package delivery;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DeliveryGateway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Address shippingAddress);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업무가 사용하는 결제·배송 포트</a:t>
            </a:r>
          </a:p>
        </p:txBody>
      </p:sp>
      <p:pic>
        <p:nvPicPr>
          <p:cNvPr id="35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36058" y="2153894"/>
            <a:ext cx="2671885" cy="115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허용과 금지를 글로 적기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624628"/>
          <a:ext cx="59436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89738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업무의 연동 의존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업무의 영속 의존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persistence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persistence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순환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어떤 패키지가 무엇을 알아도 되는지 정한다. 이름만 나누고 규칙을 적지 않으면 같은 구조를 서로 다르게 해석할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패키지 사이의 의존은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이루어서는 안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dependencies betwen packages must not form cycles."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의존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0522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실습의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에도 같은 원칙을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조립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구현체를 골라 업무 객체에 넣어 준다. 업무 밖의 조립·테스트 코드가 구현을 아는 것과 업무의 의존 위반은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규칙 위반을 검사하기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의존 규칙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6586" y="3153793"/>
          <a:ext cx="5857240" cy="3873500"/>
        </p:xfrm>
        <a:graphic>
          <a:graphicData uri="http://schemas.openxmlformats.org/drawingml/2006/table">
            <a:tbl>
              <a:tblPr/>
              <a:tblGrid>
                <a:gridCol w="273558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인터페이스에만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의존과 순환이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클래스를 import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영속 클래스를 완전한 이름으로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persistence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패키지 간 순환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→ payment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연결이 합의한 규칙을 지키는지 판정한다. 규칙을 문서에 적는 것과 검사에 구현하는 것을 함께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5534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검사를 확인하는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22393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문자열 검색의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피한다. import가 없어도 완전한 클래스 이름으로 의존할 수 있어 컴파일 결과를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클래스 의존이다. 리플렉션·실행 중 플러그인 로딩·업무 의미의 정확성은 이 검사로 판정하지 않는다.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의존 규칙 검사 흐름</a:t>
            </a:r>
          </a:p>
        </p:txBody>
      </p:sp>
      <p:pic>
        <p:nvPicPr>
          <p:cNvPr id="17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811959" y="2124456"/>
            <a:ext cx="7506494" cy="39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외부 연동 규격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39026" y="2386330"/>
          <a:ext cx="74523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3014980"/>
                <a:gridCol w="312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정한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문서에서 확인할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판매가를 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식별·금액 단위·가격 기준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주문 금액의 승인·거절을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인증·결제 수단·응답 코드·통신 오류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승인된 주문의 배송지로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필수 항목·요청 식별·접수 결과·통보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연동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외부 시스템에 무엇을 어떻게 보내고 어떤 결과를 받는지 정한 문서다. 업무 포트는 그 규격과 업무의 의미 사이에 경계를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업무의 요청과 외부 규격에서 확인할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읽는다. 작업에 해당하는 버전·요청·응답·오류를 찾고, 확인한 문서의 위치와 버전을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누락은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통신 오류가 거절인지, 배송 접수 실패 뒤 어떻게 처리할지는 임의로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규격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실제 제공 문서를 구분한다. 아래 실습 답은 업무 수준의 합의이며 실제 API 명세를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실제 외부 시스템 없이 업무 규칙 확인하기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66145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업무와 외부 연결이 분리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되면 테스트가 승인·거절을 통제하고 배송 요청을 관찰할 수 있다. 업무 규칙을 확인할 때 실제 결제나 데이터베이스가 필요하지 않다.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실행 장치와 데이터베이스에서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분리해 개발하고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 be developed and tested in isolation from its eventual run-time devices and databases."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[Cockburn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실제 의존 대상을 대신하는 코드다. 결제 결과를 정하고 배송 요청의 금액·시점·횟수 등을 필요한 범위에서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분리된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빠른 피드백을 주지만 실제 연동 성공을 증명하지는 않는다. 외부 규격과 연결 구현의 검사는 별도로 필요하다.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2333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테스트에서 연결하는 결제·배송 대역</a:t>
            </a:r>
          </a:p>
        </p:txBody>
      </p:sp>
      <p:pic>
        <p:nvPicPr>
          <p:cNvPr id="10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3236058" y="4161074"/>
            <a:ext cx="2671885" cy="173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포트에 의존하는 주문 서비스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04946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repository.findBy(orderNumber);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(payment.requestApproval(order.totalAmount(), method))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delivery.requestDelivery(orderNumber,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repository.save(orderNumber, 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결제·배송 인터페이스를 통해 업무 흐름을 조정한다. 외부 API의 호출 형식은 이 코드의 책임이 아니다.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81944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결제대기 주문의 승인·거절이다. 통신 오류·중복 승인·배송 요청 실패의 보상과 재시도는 구현하지 않았다.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9161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흐름에 필요한 의존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3236058" y="2153894"/>
            <a:ext cx="2671885" cy="173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동작과 구조를 각각 검사하기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검증하기 쉬운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2112010"/>
          <a:ext cx="60553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입력·변경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주문 2,000원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유지,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주문에 다른 카드로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 뒤 서울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업무가 인터페이스만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 의존·순환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 의존·순환이 있는 fixture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위반 경로 출력, 실패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검사마다 답하는 질문이 다르다.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동작 테스트는 옳은 결과를, 의존 검사는 합의한 구조를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예의 검사와 증거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동작만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해도 외부 SDK를 업무에서 직접 사용했을 수 있다. 구조만 통과해도 거절된 주문에 배송을 요청할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센서를 만들기 쉬운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관찰할 연결점과 명확한 책임을 가진다. 검사 결과는 사람이거나 AI이거나 다음 수정자가 원인을 찾을 수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01536" y="2112010"/>
          <a:ext cx="79273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5958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 방향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외부 SDK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업무 규칙에 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포트와 연동 구현을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클래스로 주입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생성자를 써도 구현 의존이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필드·매개변수도 인터페이스로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업무와 영속이 서로 구현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양방향 의존으로 순환이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인터페이스와 책임 위치를 다시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이름마다 서비스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배포·통신 비용만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 배포의 실제 필요부터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 테스트로 구조도 통과 선언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위반을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동작과 의존을 각각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패키지를 나누는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업무와 외부 기술이 분리되지는 않는다. 실제 의존과 변경의 이유를 함께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경계를 흐리는 관행과 보완 방향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의존 규칙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도메인 모델을 LLM에 주고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패키지 경계와 의존 규칙, 외부 연동 규격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작성한 뒤 위반과 추측을 고친다.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도메인 모델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“정기배송 신청의 업무·연동·영속 경계를 나누고 의존 규칙과 외부 연동 규격을 작성하라. 화살표의 뜻을 밝히고 제공되지 않은 외부 API 정보는 확인 질문으로 남겨라.”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경계를 나눈 이유가 업무와 외부 기술의 변경에서 설명되는가?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의존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업무가 연동·영속 구현을 직접 알고 있지 않은가?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순환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패키지를 따라가면 출발점으로 돌아오는 의존이 없는가?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상품·결제·배송의 요청과 결과를 업무 용어로 설명하는가?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제공되지 않은 API 주소·인증·실패 정책을 만들지 않았는가?</a:t>
            </a:r>
          </a:p>
          <a:p>
            <a:pPr lvl="2" marL="607060" indent="-25146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외부 시스템 없이 승인·거절과 회차 생성을 검사할 수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패키지 경계·의존 규칙·외부 연동 규격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5의 작업 명세와 이후 맥락 구성에 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경계는 글로 적고 검사로 지킨다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스타일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책임·의존·배포의 서로 다른 질문에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포트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연동·영속 구현을 나눠 업무의 의미를 지킨다.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 규칙과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금지된 연결과 순환을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동작 테스트와 구조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다른 증거를 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보완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외부와 주고받는 요청 이름을 용어집과 맞추는 일이다.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05. 작업 명세와 수용 기준"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범위와 받아들일 결과를 작업 하나의 명세로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패키지 경계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 업무는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약정·금액·상태·회차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맡고, 연동·영속 구현은 외부 기술을 맡는다. 하나의 배포 단위 안에서 다음 의존 방향을 사용한다.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subscription은 신청 확정·회차 생성, 연동은 인증·외부 형식 변환, persistence는 저장·조회를 맡는다. 화살표는 호출 순서가 아니라 코드의 의존이다.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2535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아키텍처 답안</a:t>
            </a:r>
          </a:p>
        </p:txBody>
      </p:sp>
      <p:pic>
        <p:nvPicPr>
          <p:cNvPr id="10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193067" y="2363099"/>
            <a:ext cx="6757865" cy="208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의존 규칙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허용한 의존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→ payment·delivery·product의 업무 인터페이스.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paymentadapter / deliveryadapter / productadapter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→ 해당 업무 인터페이스.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→ subscription의 저장소 인터페이스.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→ payment의 금액 타입.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조립 코드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업무 밖에서 구현체를 골라 주입한다.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금지한 의존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→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subscription·payment·delivery·product에서 연동 패키지 또는 persistence를 참조할 수 없다.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업무 패키지는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인터페이스로 외부를 알고 구현에는 의존하지 않는다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승인·거절과 생성 회차는 외부 시스템 없이 검사하는 구조로 결정했다.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순환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패키지 의존 경로가 출발점으로 돌아올 수 없다. subscription → payment → subscription도 금지다.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검증 구조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포트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테스트 대역이 카드 X 거절·카드 Y 승인을 반환한다.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저장소 포트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메모리 대역에서 같은 신청과 생성 회차를 관찰한다.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예상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거절은 결제 대기·회차 0개, 재결제 승인은 확정·예정 회차 7개다.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구조 검사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컴파일된 클래스의 금지 의존과 순환을 판정한다. 위반 시 패키지 경로를 출력하고 실패한다.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연동 규격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상품 조회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신청할 상품의 식별 정보.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상품 정보와 현재 판매가.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적용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신청할 때의 판매가를 항목 단가로 확정한다. 휴지 1묶음의 회차 금액은 10,000원이다.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승인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같은 신청의 식별 정보, 일시불 금액 70,000원, 고객이 선택한 결제 수단.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확정, 예정 회차 7개 생성.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 대기 유지, 회차 0개. 다른 결제 수단으로 같은 신청을 재결제한다.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통신 오류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거절로 변환하지 않는다. 업무 처리는 미정으로 분리했다.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연동 계약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다음과 같이 정했다. 실제 제공자의 API 문서는 미제공 상태이므로 주소·인증·오류 코드는 아직 확정하지 않았으며 실제 연동 구현은 보류한다.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식별 정보·상품·수량·배송지·배송 예정일.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 시점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회차의 예정일 24시간 전.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결과·통보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배송 요청됨 이후 시작 통보로 배송중, 완료 통보로 배송됨.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확정 보류 기록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제공 규격 담당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연동 담당자. API 버전·요청 및 응답 형식·인증·오류 식별 규격을 실제 연동 구현 전에 확정한다.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정책 담당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업무 담당자. 통신 오류·중복 결과·배송 접수 실패 처리를 실제 연동 구현 전에 확정한다.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현재 허용 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대역을 사용하는 승인·거절 검증. 실제 결제·배송 호출은 포함하지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04. 아키텍처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용어집에 연결한 요청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확정된 일시불 금액으로 승인·거절을 받는 요청.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특정 회차의 상품·수량·배송지·예정일을 전달하는 요청.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정의서·모델에 반영한 문장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 구분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“결제 거절은 결제 대기를 유지한다. 통신 오류는 거절로 정의하지 않으며 별도 정책이 필요하다.”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모델의 업무 의미를 유지하면서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 이름과 실패 결과의 경계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아키텍처에 반영했다.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위 요청 용어, 의존 규칙, 실제 연동 구현의 보류 조건을 다음 작업의 입력으로 남겼다.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독립 서비스 분리안은 채택하지 않았다. 실제 API 문서가 없다는 사실과 담당·확인 시점을 보류 기록으로 남겼다.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Wingdings</vt:lpstr>
      <vt:lpstr>4_Office 테마</vt:lpstr>
      <vt:lpstr>04. 아키텍처 목차</vt:lpstr>
      <vt:lpstr>01. 세션 목표</vt:lpstr>
      <vt:lpstr>스타일마다 정하는 것이 다르다 02. 아키텍처 스타일</vt:lpstr>
      <vt:lpstr>주문 시스템의 선택 02. 아키텍처 스타일</vt:lpstr>
      <vt:lpstr>응집도와 결합도 03. 설계 원칙</vt:lpstr>
      <vt:lpstr>단일 책임과 변경 이유 03. 설계 원칙</vt:lpstr>
      <vt:lpstr>의존성 역전 03. 설계 원칙</vt:lpstr>
      <vt:lpstr>패키지의 경계와 의존 방향 04. 업무 패키지와 외부 시스템</vt:lpstr>
      <vt:lpstr>경계를 인터페이스로 표현하기 04. 업무 패키지와 외부 시스템</vt:lpstr>
      <vt:lpstr>허용과 금지를 글로 적기 05. 의존 규칙</vt:lpstr>
      <vt:lpstr>규칙 위반을 검사하기 05. 의존 규칙</vt:lpstr>
      <vt:lpstr>06. 외부 연동 규격</vt:lpstr>
      <vt:lpstr>실제 외부 시스템 없이 업무 규칙 확인하기 07. 검증하기 쉬운 구조</vt:lpstr>
      <vt:lpstr>포트에 의존하는 주문 서비스 07. 검증하기 쉬운 구조</vt:lpstr>
      <vt:lpstr>동작과 구조를 각각 검사하기 07. 검증하기 쉬운 구조</vt:lpstr>
      <vt:lpstr>08. 잘못된 관행</vt:lpstr>
      <vt:lpstr>09. 실습 — 의존 규칙</vt:lpstr>
      <vt:lpstr>10. 요약</vt:lpstr>
      <vt:lpstr>패키지 경계 (안) 별첨. 실습 답</vt:lpstr>
      <vt:lpstr>의존 규칙 (안) 별첨. 실습 답</vt:lpstr>
      <vt:lpstr>외부 연동 규격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아키텍처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