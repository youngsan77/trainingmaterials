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교재 작성 기준: 2026-10. 기준 원전은 [Anthropic 2025c], 저장소 지식의 접근성에 관한 보완 자료는 [Lopopolo 2026]이다.</a:t>
            </a:r>
          </a:p>
          <a:p>
            <a:pPr lvl="0"/>
            <a:r>
              <a:rPr lang="ko-KR" sz="1200"/>
              <a:t>"세션 02. 요구와 사용자 이야기"·"세션 03. 도메인 모델"·"세션 04. 아키텍처"·"세션 05. 작업 명세와 수용 기준"의 기존 산출물을 사용한다.</a:t>
            </a:r>
          </a:p>
          <a:p>
            <a:pPr lvl="0"/>
            <a:r>
              <a:rPr lang="ko-KR" sz="1200"/>
              <a:t>학습 목표는 지식의 선별·접근·사용이다. 특정 파일·폴더·형식을 만드는 것을 세션 목표나 완료 기준으로 두지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화살표는 입력과 출력의 관계다. 개발 활동의 순서가 아니다.</a:t>
            </a:r>
          </a:p>
          <a:p>
            <a:pPr lvl="0"/>
            <a:r>
              <a:rPr lang="ko-KR" sz="1200"/>
              <a:t>근거: [Anthropic 2025c]의 맥락 정의와 system instructions·tools·external data·message history 설명.</a:t>
            </a:r>
          </a:p>
          <a:p>
            <a:pPr lvl="0"/>
            <a:r>
              <a:rPr lang="ko-KR" sz="1200"/>
              <a:t>모델의 사전학습 지식과 작업별 합의를 구분한다. 모델이 주어진 것 외에는 아무것도 모른다고 설명하지 않는다.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정의 근거: [Anthropic 2025c]. 원문의 context engineering 정의를 verify-quote.js로 확인했다.</a:t>
            </a:r>
          </a:p>
          <a:p>
            <a:pPr lvl="0"/>
            <a:r>
              <a:rPr lang="ko-KR" sz="1200"/>
              <a:t>새 문서 작성 단계가 아니라 이미 합의한 요구·모델·명세와 현재 코드를 사용하는 활동이다.</a:t>
            </a:r>
          </a:p>
          <a:p>
            <a:pPr lvl="0"/>
            <a:r>
              <a:rPr lang="ko-KR" sz="1200"/>
              <a:t>새로운 파일 형식·역할 분류·필수 항목을 도출하지 않는다. 사람이 무엇을 정하고 AI가 무엇을 읽는지로 설명한다.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[Anthropic 2025c]의 attention budget·context rot 설명. 모델·과제에 따른 차이를 전제하며 보편적인 성능 하락률로 설명하지 않는다.</a:t>
            </a:r>
          </a:p>
          <a:p>
            <a:pPr lvl="0"/>
            <a:r>
              <a:rPr lang="ko-KR" sz="1200"/>
              <a:t>원전의 개념을 과제에 적용한다. 토큰 수·줄 수·문서 개수의 새 상한을 만들지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원천의 역할은 앞 세션에서 배운 것을 사용한다. 표를 새로운 산출물이나 제출 양식으로 만들게 하지 않는다.</a:t>
            </a:r>
          </a:p>
          <a:p>
            <a:pPr lvl="0"/>
            <a:r>
              <a:rPr lang="ko-KR" sz="1200"/>
              <a:t>구체 값은 course-design.md 공통 전제와 같다. 판단별로 다른 사례를 새로 만들지 않는다.</a:t>
            </a:r>
          </a:p>
          <a:p>
            <a:pPr lvl="0"/>
            <a:r>
              <a:rPr lang="ko-KR" sz="1200"/>
              <a:t>필요한 정보가 누락된 상태에서 무조건 짧게 주는 것도 잘못이다. 판단이 달라지는 근거를 보존한다.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Ryan Lopopolo, Harness engineering: leveraging Codex in an agent-first world(2026). 저장소 지식을 접근할 수 있게 구성한 개발팀의 사용 보고다. 구체 도구·파일 관례를 보편 규칙으로 확대하지 않는다.</a:t>
            </a:r>
          </a:p>
          <a:p>
            <a:pPr lvl="0"/>
            <a:r>
              <a:rPr lang="ko-KR" sz="1200"/>
              <a:t>인용은 references/inputs/lopopolo-2026-harness-engineering.txt에서 확인했다.</a:t>
            </a:r>
          </a:p>
          <a:p>
            <a:pPr lvl="0"/>
            <a:r>
              <a:rPr lang="ko-KR" sz="1200"/>
              <a:t>관통 사례의 기존 요구·모델·아키텍처·코드를 유지한다. 교재 저장소 소개나 특정 안내 파일 작성법을 별도 학습 주제로 추가하지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[Anthropic 2025c]의 Just in time context·progressive disclosure. 확인한 문장 일부를 인용했다.</a:t>
            </a:r>
          </a:p>
          <a:p>
            <a:pPr lvl="0"/>
            <a:r>
              <a:rPr lang="ko-KR" sz="1200"/>
              <a:t>강의 원천은 "세션 03. 도메인 모델"의 「가격을 판매가와 단가로 나누기」·「06. 상태와 전이」, "세션 05. 작업 명세와 수용 기준"의 「03. 수용 기준」이다.</a:t>
            </a:r>
          </a:p>
          <a:p>
            <a:pPr lvl="0"/>
            <a:r>
              <a:rPr lang="ko-KR" sz="1200"/>
              <a:t>검색 시스템이나 새로운 탐색 절차를 구현하는 수업으로 확장하지 않는다.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기존 합의와 미정의 구분을 확인하는 예다. 한 번의 답으로 모델의 성능이나 맥락 구성의 효과를 입증하지 않는다.</a:t>
            </a:r>
          </a:p>
          <a:p>
            <a:pPr lvl="0"/>
            <a:r>
              <a:rPr lang="ko-KR" sz="1200"/>
              <a:t>정답만 맞는 것으로 끝내지 않고 기존 원천을 실제 읽었는지 확인한다. 별도의 판단표·추적표 제출은 요구하지 않는다.</a:t>
            </a:r>
          </a:p>
          <a:p>
            <a:pPr lvl="0"/>
            <a:r>
              <a:rPr lang="ko-KR" sz="1200"/>
              <a:t>실제 API 정보는 "세션 04. 아키텍처"의 「06. 외부 연동 규격」에서 확인 대상으로 정했다.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[Anthropic 2025c]의 Compaction·Structured note-taking. 개념과 외부 기록의 역할만 설명하며 새 기록 양식을 요구하지 않는다.</a:t>
            </a:r>
          </a:p>
          <a:p>
            <a:pPr lvl="0"/>
            <a:r>
              <a:rPr lang="ko-KR" sz="1200"/>
              <a:t>재시도·복구 정책은 "세션 10. 실패와 모델 보완"의 범위다.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KISS·DRY·YAGNI는 guides/sw-engineering-principles.md의 의미로 적용한다.</a:t>
            </a:r>
          </a:p>
          <a:p>
            <a:pPr lvl="0"/>
            <a:r>
              <a:rPr lang="ko-KR" sz="1200"/>
              <a:t>특정 파일 사용이나 새 문서의 생성 자체를 성공·실패 기준으로 삼지 않는다. 실제로 어떤 판단이 가능해졌는지로 평가한다.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작성한 실습 2~5의 최종 MD를 사용한다. 파일을 새 형식으로 옮기거나 합치지 않는다.</a:t>
            </a:r>
          </a:p>
          <a:p>
            <a:pPr lvl="0"/>
            <a:r>
              <a:rPr lang="ko-KR" sz="1200"/>
              <a:t>두 프롬프트는 예이며 실제 응답을 읽고 [앞선 질문에 대한 답]·[추가 질문·수정 요청]을 붙여 필요한 만큼 보완한다.</a:t>
            </a:r>
          </a:p>
          <a:p>
            <a:pPr lvl="0"/>
            <a:r>
              <a:rPr lang="ko-KR" sz="1200"/>
              <a:t>대화 도구에서는 첨부한 파일, 코딩 에이전트에서는 실제 저장소의 자료를 읽게 한다. 무엇을 실제 읽었는지와 답이 그 근거에 맞는지를 평가한다.</a:t>
            </a:r>
          </a:p>
          <a:p>
            <a:pPr lvl="0"/>
            <a:r>
              <a:rPr lang="ko-KR" sz="1200"/>
              <a:t>별첨은 기존 산출물에서 근거를 선별한 저자 작성 예다. 새로운 맥락 문서 양식이나 별도 에이전트 실행 기록이 아니다.</a:t>
            </a:r>
          </a:p>
          <a:p>
            <a:pPr lvl="0"/>
            <a:r>
              <a:rPr lang="ko-KR" sz="1200"/>
              <a:t>앞 산출물에 되돌릴 것: 발견한 오류가 있으면 해당 원천에서 확인한다. 이번 예에서는 새 업무 규칙·상태·계약을 추가하지 않는다.</a:t>
            </a:r>
          </a:p>
          <a:p>
            <a:pPr lvl="0"/>
            <a:r>
              <a:rPr lang="ko-KR" sz="1200"/>
              <a:t>실제 저장의 조건부 전이·원자성은 실습 5에서 미정으로 남겼다. 포트 계약과 대역의 수용 예를 읽었다고 영속 보장을 검증한 것으로 취급하지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산출물의 개수나 특정 파일의 사용으로 맥락 구성의 품질을 평가하지 않는다.</a:t>
            </a:r>
          </a:p>
          <a:p>
            <a:pPr lvl="0"/>
            <a:r>
              <a:rPr lang="ko-KR" sz="1200"/>
              <a:t>다음 실습도 기존 자료와 이번에 확인한 범위를 이어 사용한다. 새로운 문서 묶음을 만들지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원천: code/s05/exercise-conversation/input-s03.md의 「1.2 업무 규칙」, input-s04.md의 「4. 세 연계 계약」, 정기배송-최초신청-작업명세.md의 「단위 4. 반복 전달 응답」·「예 6. 동일 신청의 반복 전달」·「7. 남은 미정」.</a:t>
            </a:r>
          </a:p>
          <a:p>
            <a:pPr lvl="0"/>
            <a:r>
              <a:rPr lang="ko-KR" sz="1200"/>
              <a:t>실습 2의 중복 금지 요구는 도메인 모델과 작업 명세에서 상세화돼 있다. 날짜·금액의 산정 전체와 다른 기능의 운영 정책은 이 작업의 판단에 필요하지 않아 읽을 범위를 넓히지 않았다.</a:t>
            </a:r>
          </a:p>
          <a:p>
            <a:pPr lvl="0"/>
            <a:r>
              <a:rPr lang="ko-KR" sz="1200"/>
              <a:t>위 내용은 읽을 원천과 그에 따른 판단을 보이는 설명용 요약이다. 새 문서의 제출 형식으로 지정하지 않는다. 구현하거나 실제 동시 요청으로 검증한 결과로 표시하지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맥락 구성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맥락의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작업에 필요한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기존 자료 찾아 읽기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근거와 미정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긴 작업의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필요한 맥락 선별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판단에 필요한 지식을 골라 읽고 사용하는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무엇을 선택하고 관리하는 일인지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알고 필요한 정보와 불필요한 정보를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앞서 만든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요구·모델·아키텍처·수용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현재 작업의 근거를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필요한 자료를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찾아 읽고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없는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긴 작업에서도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원천과 현재 진행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확인해 이어 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모델이 그 순간 읽는 입력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모델이 응답을 만들 때 읽는 입력 전체다. 작업 요청뿐 아니라 지시, 읽은 문서·코드, 이전 대화와 도구 결과도 포함한다.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업무 규칙을 적지 않았어도 모델이 해당 문서를 읽으면 그 규칙이 맥락에 들어온다.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자료가 저장소에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존재하는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모델이 현재 작업에서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합의한 규칙도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읽히지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생성 결과에 반영되지 않을 수 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맥락의 구성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18469" y="3998976"/>
            <a:ext cx="5707063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선택하고 계속 다듬기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한정된 맥락 창에 어떤 정보를 넣을지 선택하고, 작업이 진행되며 그 구성을 계속 다듬는 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맡길 작업과 지켜야 할 결정을 명확히 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관련 자료를 찾아 읽고 부족하거나 충돌하는 것을 질문한다.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"주문한다"의 가격 변경 시 청구 금액을 확인하려면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판매가·단가·금액 규칙과 수용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 API의 호출 형식만 읽어서는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주문할 때 정한 금액을 유지한다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규칙을 알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바뀌면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정보도 다시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앞 작업의 전체 대화를 그대로 이어 붙이는 것으로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맥락의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 효용이 줄어드는 유한한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다뤄야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번에 읽을 수 있는 입력의 한도다. 한도 안에 들어가도 필요한 규칙을 정확히 사용하는지는 따로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입력을 처리하는 모델의 주의가 한정돼 있다는 설명이다.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맥락이 길어지며 정보를 정확히 찾아 쓰는 능력이 낮아지는 현상이다.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중복된 규칙·폐기한 초안·전체 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모두 넣으면 지금 적용할 내용을 찾기 어려워진다.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필요한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빠뜨리지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관련 없는 자료는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읽는다. 입력을 짧게 만드는 것만으로 충분하지 않다.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작업에 필요한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2112010"/>
          <a:ext cx="530098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181356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확인할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읽을 지식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원천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 뒤 청구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판매가·단가·금액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요구·모델·수용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결제대기와 허용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모델·수용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후에만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규칙·수용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구현의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책임·허용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아키텍처·현재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정보의 필요성은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작업의 판단과 결과를 바꾸는지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필요한 규칙을 빼면 구현자가 그 결정을 추측해야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판단에 필요한 지식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펜 2개의 단가가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1,000원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정해졌으면 판매가가 1,200원으로 바뀌어도 청구는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2,000원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금액을 판단하는 데 다른 기능의 화면 지침과 전체 회의록까지 필요하지는 않다.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질문에 답하는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필요한 지식에 접근하기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기존 자료 찾아 읽기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Codex에게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천 쪽짜리 지침서가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주라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 Codex a map, not a 1,000-page instruction manual."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 구조·파일 이름·문서의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관련 지식을 찾을 수 있게 한다. 파일이 흩어졌거나 이름이 역할을 설명하지 못하면 탐색이 어려워진다.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필요한 자료를 찾을 수 있으면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원천에서 읽는다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지식을 종합 문서로 다시 쓸 필요는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이름·위치·참조가 잘못됐으면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해당 부분을 고친다. 특정 형식의 새 안내 파일을 만드는 것이 목적은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작은 시작점에서 상세 자료를 찾아가는 비유다. 별도로 작성할 문서의 이름이나 표준 양식으로 해석하지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필요한 때 관련 부분 읽기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기존 자료 찾아 읽기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탐색하며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관련 맥락을 점진적으로 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"allows agents to incrementally discover relevant context through exploration"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현재 작업에 필요한 상세를 찾아 읽게 하는 방식이다. 모든 자료를 처음부터 입력할 필요는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금액을 확인할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판매가·단가와 금액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읽고, 해당 규칙의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현재 코드를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거절을 다루게 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상태와 허용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읽는다. 구현한 뒤에 규칙을 찾으면 추측으로 작성한 부분을 다시 고쳐야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관련 부분을 찾았다는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근거대로 판단했다는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 읽은 규칙이 답과 코드에 반영되는지도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근거와 미정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낸 답은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읽은 문서의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함께 확인한다. 자료에 없는 결정을 그럴듯한 답으로 채우지 않게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 판매가가 1,200원으로 바뀌어도 청구는 2,000원이다. 주문 시점의 단가와 금액 규칙이 근거다.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 주문은 결제대기에 남고 다시 결제할 수 있다. 상태 모델과 수용 예를 함께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뒤 배송 요청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 처리 정책은 아직 정하지 않았다. 문서가 답하지 못하면 확인할 질문으로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 실제 제공자의 문서가 없으면 URL·인증·응답 코드를 만들어 넣지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긴 작업의 맥락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긴 작업에서 대화가 줄거나 새로 시작되면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원천과 현재 진행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확인해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긴 대화의 핵심을 요약해 새 맥락으로 이어 가는 방식이다. 요약에서 규칙·예외·미정이 빠질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요구와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기존 원천에서 읽고,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일과 남은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이미 사용하는 작업 목록·커밋·검사 결과에서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이전에 통과했다는 요약만으로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코드의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선언하지 않는다. 필요한 검사를 다시 실행한다.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이어받을 정보가 부족하면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기록을 필요한 만큼 보완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대화 전체나 같은 규칙의 복사본을 늘리지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26476" y="2112010"/>
          <a:ext cx="507746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167386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요청만 주고 규칙 생략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모르는 결정을 추측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합의한 원천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자료를 통째로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내용을 놓침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부분 선별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지식을 다시 문서화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원천과 값이 어긋남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원천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요약으로 원천 대체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예외·미정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원천과 대조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그럴듯한 답만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 없는 결과 수용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읽은 근거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보완할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지식의 누락과 사용의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문서나 입력량이 늘었다는 사실만으로 개선됐다고 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구성의 잘못된 관행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자료를 못 찾으면 접근을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규칙이 충돌하면 원천을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답이 틀리면 사용한 근거를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필요한 맥락 선별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동일 신청 반복 전달 응답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맡기기 전에, 기존 산출물에서 필요한 근거를 찾아 읽고 판단을 확인한다.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명세와 수용 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“실습 5의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반복 전달 응답 작업 단위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구현하려 한다. 첨부한 기존 산출물에서 이 작업에 필요한 규칙·상태·연계 계약·수용 예를 찾아 읽어라. 어떤 부분이 필요한지와 이유를 설명하고, 없는 결정은 질문으로 남겨라. 문서 전체를 요약하거나 새 규칙·구현 코드를 작성하지 마라.”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신청완료인 같은 신청의 확정 요청이 다시 오면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무엇을 하고 무엇을 하지 않아야 하는지 설명해라. 기존 수용 예의 상태·계약 수·결제 요청 횟수로 확인하고, 읽은 근거를 밝혀라. 부족한 자료만 추가로 읽고 추측으로 빈칸을 채우지 마라.”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선별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반복 전달 응답에 필요한 부분을 읽고 관련 없는 운영 자료를 덧붙이지 않았는가?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일관성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상태·연계 계약·수용 예가 같은 결과를 가리키는가?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답의 각 판단이 앞서 합의한 원천에 기반하는가?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실제 결제·저장의 보장 수준을 자료 없이 확정하지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이 작업에 필요한 기존 자료의 범위와 확인한 판단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같은 원천을 다음 실습에서도 사용한다. 새 파일 제출은 요구하지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작업에 필요한 지식을 읽고 사용한다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모델이 그 순간 읽는 입력이며 한정된 자원이다.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판단에 필요한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기존 요구·모델·명세·코드에서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때 관련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찾아 읽고 답이 그 근거를 따르는지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부족한 자료와 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질문으로 남기고 오류는 해당 원천에서 고친다.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07. 권한과 가드레일"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사용할 도구와 권한을 정하고 경계를 실행 전에 강제한다.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반복 전달 응답에 필요한 근거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06.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신청완료인 같은 신청이 다시 전달되면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저장된 결과를 안내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새로운 결제나 계약을 만드는 작업이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작업 명세서의 「단위 4. 반복 전달 응답」이다. 저장된 결과만 안내하고 결제와 금액 산정을 부르지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모델의 동일 신청 규칙이다. 반복 전달은 추가 청구·계약·회차나 상태 변화를 일으키지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연계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아키텍처의 「세 연계 계약」이다. 신청 저장에서 조회하고 결제 시작 전이가 거부되면 결제 포트를 부르지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작업 명세서의 「예 6. 동일 신청의 반복 전달」이다. 신청완료를 유지하고 계약·결제 요청·금액 산정의 누적은 각각 1이다.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실제 저장의 조건부 전이·원자적 반영이다. 업무 계약과 대역의 예로 실제 동시성 보장을 입증하지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Wingdings</vt:lpstr>
      <vt:lpstr>4_Office 테마</vt:lpstr>
      <vt:lpstr>06. 맥락 구성 목차</vt:lpstr>
      <vt:lpstr>01. 세션 목표</vt:lpstr>
      <vt:lpstr>모델이 그 순간 읽는 입력 02. 맥락 엔지니어링</vt:lpstr>
      <vt:lpstr>선택하고 계속 다듬기 02. 맥락 엔지니어링</vt:lpstr>
      <vt:lpstr>03. 맥락의 한계</vt:lpstr>
      <vt:lpstr>04. 작업에 필요한 지식</vt:lpstr>
      <vt:lpstr>필요한 지식에 접근하기 05. 기존 자료 찾아 읽기</vt:lpstr>
      <vt:lpstr>필요한 때 관련 부분 읽기 05. 기존 자료 찾아 읽기</vt:lpstr>
      <vt:lpstr>06. 근거와 미정</vt:lpstr>
      <vt:lpstr>07. 긴 작업의 맥락</vt:lpstr>
      <vt:lpstr>08. 잘못된 관행</vt:lpstr>
      <vt:lpstr>09. 실습 — 필요한 맥락 선별</vt:lpstr>
      <vt:lpstr>10. 요약</vt:lpstr>
      <vt:lpstr>반복 전달 응답에 필요한 근거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맥락 구성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