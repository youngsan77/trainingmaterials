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앞 세션까지 맡길 과제의 "무엇"(작업 명세서·수용 기준)과 "무엇을 알려 주는가"(맥락 패키지)를 정했다. 여기서는 어디까지 맡기는가를 정한다.</a:t>
            </a:r>
          </a:p>
          <a:p>
            <a:pPr lvl="0"/>
            <a:r>
              <a:rPr lang="ko-KR" sz="1200"/>
              <a:t>근거는 [Anthropic 2024]의 ACI, [Anthropic 2025b]의 도구 설계, [MCP 2025]의 안전 원칙, [Lopopolo 2026]의 작업 공간이다.</a:t>
            </a:r>
          </a:p>
          <a:p>
            <a:pPr lvl="0"/>
            <a:r>
              <a:rPr lang="ko-KR" sz="1200"/>
              <a:t>권한을 실행 전에 강제하는 방법은 "세션 08. 실행 제약과 가드레일의 역할"이 맡는다. 여기서 정한 권한을 거기서 다시 정하지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축은 위임 계약의 항목이 된다. 「07. 위임 계약」에서 입력·종료 조건을 더해 한 장으로 묶는다.</a:t>
            </a:r>
          </a:p>
          <a:p>
            <a:pPr lvl="0"/>
            <a:r>
              <a:rPr lang="ko-KR" sz="1200"/>
              <a:t>세 가지 금지가 각각 어느 이유인지 묻는다 — 실제 결제는 되돌릴 수 없음, 비밀 키는 권한 밖, 병합은 사람의 책임이다.</a:t>
            </a:r>
          </a:p>
          <a:p>
            <a:pPr lvl="0"/>
            <a:r>
              <a:rPr lang="ko-KR" sz="1200"/>
              <a:t>흐름 안에 미리 두는 사람의 확인 지점은 "세션 07. 워크플로·에이전트와 사람의 개입"이 다룬다. 멈출 조건은 경계에 닿았을 때의 중단이다.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도구 관련 부록 원문 확인. ACI라는 이름과 HCI와의 대응도 같은 글이다.</a:t>
            </a:r>
          </a:p>
          <a:p>
            <a:pPr lvl="0"/>
            <a:r>
              <a:rPr lang="ko-KR" sz="1200"/>
              <a:t>포카요케는 제조에서 온 말이며, 원문이 그대로 쓴다. 음차로 적고 뜻을 본문에서 한 줄로 밝힌다.</a:t>
            </a:r>
          </a:p>
          <a:p>
            <a:pPr lvl="0"/>
            <a:r>
              <a:rPr lang="ko-KR" sz="1200"/>
              <a:t>수강생에게 묻는다 — 첫 시도의 에이전트에게 "실제 결제 호출" 도구가 있었다면 무엇이 달라졌겠는가?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"Writing effective tools for AI agents—using AI agents"(2025) 원문에서 확인했다. 다섯 기준의 이름은 원문의 소제목이다.</a:t>
            </a:r>
          </a:p>
          <a:p>
            <a:pPr lvl="0"/>
            <a:r>
              <a:rPr lang="ko-KR" sz="1200"/>
              <a:t>같은 글은 설명을 조금 다듬은 것만으로 결과가 크게 좋아졌다고 적는다("Even small refinements to tool descriptions can yield dramatic improvements"). 토큰 효율도 같은 글의 기준이다.</a:t>
            </a:r>
          </a:p>
          <a:p>
            <a:pPr lvl="0"/>
            <a:r>
              <a:rPr lang="ko-KR" sz="1200"/>
              <a:t>사람이 쓰는 API와 다른 점을 짚는다 — 호출하는 쪽이 매번 같게 행동하지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4개는 "세션 04. 수용 기준과 검증 가능한 작업 단위"의 「03. 허용·거절 예시」에서 정한 것이다.</a:t>
            </a:r>
          </a:p>
          <a:p>
            <a:pPr lvl="0"/>
            <a:r>
              <a:rPr lang="ko-KR" sz="1200"/>
              <a:t>대역(test double)은 외부 시스템을 대신하는 구현이다. 대역의 응답 형식은 연동 규격을 따라야 하므로 규격 문서를 가리켜 둔다.</a:t>
            </a:r>
          </a:p>
          <a:p>
            <a:pPr lvl="0"/>
            <a:r>
              <a:rPr lang="ko-KR" sz="1200"/>
              <a:t>사람이 하는 일로 남긴 것 — 원격 저장소 push와 병합이다. 되돌림의 책임이 사람에게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Model Context Protocol Specification(2025-06-18)의 개요와 "Security and Trust &amp; Safety" 원문 확인. 같은 절은 호스트가 도구를 부르기 전에 사용자의 명시적 동의를 받아야 한다고 적고, 명세 스스로 프로토콜 수준에서 이 원칙을 강제할 수 없다고 밝힌다.</a:t>
            </a:r>
          </a:p>
          <a:p>
            <a:pPr lvl="0"/>
            <a:r>
              <a:rPr lang="ko-KR" sz="1200"/>
              <a:t>도구 설명의 주석(annotation)은 신뢰할 수 없는 서버에서 오면 신뢰하지 않는다는 조항도 같은 절에 있다. 프롬프트 주입과의 관계는 "세션 08. 실행 제약과 가드레일의 역할"에서 다룬다.</a:t>
            </a:r>
          </a:p>
          <a:p>
            <a:pPr lvl="0"/>
            <a:r>
              <a:rPr lang="ko-KR" sz="1200"/>
              <a:t>주문 사례는 MCP 서버를 따로 세우지 않고 저장소의 명령과 대역을 도구로 쓴다. 그 판단의 근거는 「08. 잘못된 관행」의 「기본값이 된 MCP」다.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두고, 그 안의 구현 방식은 에이전트에게 맡겼다.</a:t>
            </a:r>
          </a:p>
          <a:p>
            <a:pPr lvl="0"/>
            <a:r>
              <a:rPr lang="ko-KR" sz="1200"/>
              <a:t>읽기까지 좁히는 이유를 묻는다 — 비밀 키는 한 번 읽히면 맥락과 로그에 남는다.</a:t>
            </a:r>
          </a:p>
          <a:p>
            <a:pPr lvl="0"/>
            <a:r>
              <a:rPr lang="ko-KR" sz="1200"/>
              <a:t>네 가지 구분은 사례에 맞춘 정리다. 도구마다 권한을 따로 적는 구현(허용 목록·샌드박스)은 "세션 08. 실행 제약과 가드레일의 역할"이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OWASP Gen AI Security Project, "OWASP Top 10 for Agentic Applications for 2026"의 위험 목록에서 ASI02·ASI03의 항목 이름을 확인했다. 전체 문서는 "세션 08. 실행 제약과 가드레일의 역할"에서 위험 목록으로 다룬다.</a:t>
            </a:r>
          </a:p>
          <a:p>
            <a:pPr lvl="0"/>
            <a:r>
              <a:rPr lang="ko-KR" sz="1200"/>
              <a:t>위험 목록의 ASI 번호는 인용이 아니라 항목의 식별자다. 세부 설명을 옮기지 않는다.</a:t>
            </a:r>
          </a:p>
          <a:p>
            <a:pPr lvl="0"/>
            <a:r>
              <a:rPr lang="ko-KR" sz="1200"/>
              <a:t>실행마다 자격을 발급하는 방식은 사람의 계정을 빌려 쓰는 관행과 대비해 보인다.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영문 원문 확인. 관측 도구까지 worktree마다 띄우고 과제가 끝나면 함께 버린다.</a:t>
            </a:r>
          </a:p>
          <a:p>
            <a:pPr lvl="0"/>
            <a:r>
              <a:rPr lang="ko-KR" sz="1200"/>
              <a:t>worktree는 같은 저장소의 여러 작업 디렉터리를 두는 git 기능이다. 이름을 그대로 쓴다.</a:t>
            </a:r>
          </a:p>
          <a:p>
            <a:pPr lvl="0"/>
            <a:r>
              <a:rPr lang="ko-KR" sz="1200"/>
              <a:t>수강생 환경에서는 브랜치와 컨테이너만으로도 같은 효과를 얻는다. 핵심은 분리와 폐기다.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복잡한 작업의 실행 계획을 진행·결정 기록과 함께 저장소에 커밋했다.</a:t>
            </a:r>
          </a:p>
          <a:p>
            <a:pPr lvl="0"/>
            <a:r>
              <a:rPr lang="ko-KR" sz="1200"/>
              <a:t>기능 목록은 "세션 04. 수용 기준과 검증 가능한 작업 단위"의 「05. 작업 단위」의 「기능 목록과 점진적 진행」에서 만든 것이다.</a:t>
            </a:r>
          </a:p>
          <a:p>
            <a:pPr lvl="0"/>
            <a:r>
              <a:rPr lang="ko-KR" sz="1200"/>
              <a:t>실패 뒤 어디로 되돌릴지의 판단은 "세션 10. 실패 대응·재시도·복구"가 맡는다. 여기서는 수단을 갖추는 것까지다.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계약이 한 장을 넘으면 읽히지 않는다. 읽히지 않는 계약은 맥락이 아니라는 점을 짚는다.</a:t>
            </a:r>
          </a:p>
          <a:p>
            <a:pPr lvl="0"/>
            <a:r>
              <a:rPr lang="ko-KR" sz="1200"/>
              <a:t>인용 근거: [Anthropic 2024]의 에이전트 설명에서 중단 조건 문장을 확인했다.</a:t>
            </a:r>
          </a:p>
          <a:p>
            <a:pPr lvl="0"/>
            <a:r>
              <a:rPr lang="ko-KR" sz="1200"/>
              <a:t>종료 조건은 "세션 04. 수용 기준과 검증 가능한 작업 단위"의 「06. 완료의 정의와 증거」에서 정한 완료의 정의를 가리킨다. 계약에 다시 적지 않는다.</a:t>
            </a:r>
          </a:p>
          <a:p>
            <a:pPr lvl="0"/>
            <a:r>
              <a:rPr lang="ko-KR" sz="1200"/>
              <a:t>입력은 "세션 03. 요구의 구체화와 명세"·"세션 04. 수용 기준과 검증 가능한 작업 단위"·"세션 05. 도메인·설계 지식과 맥락 구성"의 산출물이다. 계약이 그 네 축 위에 얹히는 마지막 장이다.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계약은 저장소에 두고 맥락 파일이 가리킨다. 사람과 에이전트가 같은 문장을 읽어야 경계가 하나다.</a:t>
            </a:r>
          </a:p>
          <a:p>
            <a:pPr lvl="0"/>
            <a:r>
              <a:rPr lang="ko-KR" sz="1200"/>
              <a:t>3회라는 상한은 교육용 가정이다. 상한의 근거는 비용과 실패의 성격이며, 값 자체가 규칙은 아니다.</a:t>
            </a:r>
          </a:p>
          <a:p>
            <a:pPr lvl="0"/>
            <a:r>
              <a:rPr lang="ko-KR" sz="1200"/>
              <a:t>세 번째 멈출 조건이 가장 중요하다. 첫 시도의 실패가 바로 이 지점에서 추측으로 채워졌다.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2024]의 에이전트 논의에서 확인했다. 비용과 오류 누적은 "세션 02. 작업 특성에 따른 AI 활용 방식"의 「04. 작업 특성에 따른 선택」의 「자율성의 대가」에서 이미 다뤘다.</a:t>
            </a:r>
          </a:p>
          <a:p>
            <a:pPr lvl="0"/>
            <a:r>
              <a:rPr lang="ko-KR" sz="1200"/>
              <a:t>전부 허용 모드는 시연이나 격리된 환경에서 쓰는 선택이다. 저장소와 자격이 실제 환경에 이어져 있으면 쓰지 않는다.</a:t>
            </a:r>
          </a:p>
          <a:p>
            <a:pPr lvl="0"/>
            <a:r>
              <a:rPr lang="ko-KR" sz="1200"/>
              <a:t>네 가지 모습 모두 "번거로움"이 원인이다. 번거로움을 도구의 문제로 되돌리는 것이 이 topic의 메시지다.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34에서 MCP by default가 Caution(Hold)에 있고, 두 문장을 원문에서 확인했다. 원문은 Simon Willison의 "CLI 하나로 대개 된다"는 말도 함께 인용한다.</a:t>
            </a:r>
          </a:p>
          <a:p>
            <a:pPr lvl="0"/>
            <a:r>
              <a:rPr lang="ko-KR" sz="1200"/>
              <a:t>"abstraction tax"라는 이름이 원문에 있다. 추상 층마다 값을 치른다는 뜻으로 소개한다.</a:t>
            </a:r>
          </a:p>
          <a:p>
            <a:pPr lvl="0"/>
            <a:r>
              <a:rPr lang="ko-KR" sz="1200"/>
              <a:t>주문 사례가 MCP 서버를 두지 않은 이유가 오른쪽 열 세 가지다. 공개 형식을 쓰는 이득은 맥락 파일에서 이미 얻고 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패키지와 맥락 파일은 code/s01/subscription/docs/에 있다.</a:t>
            </a:r>
          </a:p>
          <a:p>
            <a:pPr lvl="0"/>
            <a:r>
              <a:rPr lang="ko-KR" sz="1200"/>
              <a:t>LLM은 권한을 "저장소 쓰기 허용" 한 줄로 뭉개고, 금지 항목을 비워 둔다. 점검 2·3으로 좁히게 한다.</a:t>
            </a:r>
          </a:p>
          <a:p>
            <a:pPr lvl="0"/>
            <a:r>
              <a:rPr lang="ko-KR" sz="1200"/>
              <a:t>점검 5의 공휴일은 실습 4에서 미정으로 남긴 질문이다. 미정이 멈출 조건으로 이어지는 것을 짚는다.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권한을 실행 전에 강제하는 방법은 "세션 08. 실행 제약과 가드레일의 역할"이 맡는다. 요약에서 미리 말하지 않는다.</a:t>
            </a:r>
          </a:p>
          <a:p>
            <a:pPr lvl="0"/>
            <a:r>
              <a:rPr lang="ko-KR" sz="1200"/>
              <a:t>실습 6의 위임 계약이 실습 7의 실행 흐름의 입력이 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도구는 강의 사례와 같다. 과제가 같은 모양(신규 개발, 외부 결제 하나)이기 때문이다.</a:t>
            </a:r>
          </a:p>
          <a:p>
            <a:pPr lvl="0"/>
            <a:r>
              <a:rPr lang="ko-KR" sz="1200"/>
              <a:t>배송 시스템을 금지에 더한 것이 강의 사례와 다른 점이다. "신청한다"는 회차만 예정으로 만들고 배송 요청은 하지 않는다.</a:t>
            </a:r>
          </a:p>
          <a:p>
            <a:pPr lvl="0"/>
            <a:r>
              <a:rPr lang="ko-KR" sz="1200"/>
              <a:t>멈출 조건의 첫 줄은 수용 기준의 값(10,000원·7개·2월 2일)을 지키는 장치다.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같은 규칙이 맥락 파일과 계약에 두 번 있으면 둘이 어긋난다. 실습에서 중복을 찾아 한 곳으로 모으는 연습을 시킨다.</a:t>
            </a:r>
          </a:p>
          <a:p>
            <a:pPr lvl="0"/>
            <a:r>
              <a:rPr lang="ko-KR" sz="1200"/>
              <a:t>미정을 없애지 않고 멈출 조건으로 옮기는 것이 이 보완의 핵심이다. 사람이 정할 결정은 사람에게 남긴다.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위임의 경계를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도구·권한·상태·멈출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네 축으로 나누어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쓰는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알고, 도구 설계의 다섯 기준으로 과제의 도구를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표준화하는 것과 기본값으로 쓸 때의 대가를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읽기·쓰기·실행·외부 호출로 나누고, 에이전트의 신원을 사람과 분리한다.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두고, 상태마다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 항목의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 장으로 쓰고, 종료 조건과 멈출 조건을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92608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받은 에이전트에게 남은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쓰고 어디까지 바꿀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무엇으로 일하는가. 주지 않은 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호출할 방법이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어디까지 닿는가. 읽기·쓰기·실행·외부 호출을 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바꾸고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어떻게 되돌리는가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되돌릴 수 없는 변경은 맡기지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정할 결정에 닿으면 추측하지 않고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멈추고 묻는다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 밖에 둔 이유는 셋이다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일, 권한 밖의 자원,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질 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87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위임 경계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2" y="4425696"/>
            <a:ext cx="5643576" cy="195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에이전트-컴퓨터 인터페이스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7266" y="3411566"/>
          <a:ext cx="513588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입장에서 분명한가?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설명과 인자만으로 쓸 수 있어야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이름과 설명이 뜻을 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인자 이름을 바꾸면 덜 헷갈린다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어떻게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입력으로 돌려 보고 실수를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틀리기 어렵게 만들었는가?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호출이 아예 불가능하다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할 수 있는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도구가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사람이 쓰는 화면을 다듬는 만큼 에이전트가 쓰는 인터페이스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(ACI)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다듬는다.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도구의 정의와 규격에는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프롬프트만큼의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프롬프트 엔지니어링이 필요하다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definitions and specifications should be given just as much prompt engineering attention as your overall prompts.", [Anthropic 2024]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"도구를 포카요케하라 — 틀리기 어렵게 인자를 바꾼다"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"Poka-yoke your tools. Change the arguments so that it is harder to make mistakes."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도구를 다듬는 네 가지 질문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801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포카요케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(poka-yoke)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잘못된 조작이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구조적으로 불가능하게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만드는 방식이다. 경로를 받는 대신 허용된 대상만 고르게 하는 것이 그 예다.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ACI — Agent-Computer Interface · HCI — Human-Computer Interface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 설계의 다섯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16216" y="2274108"/>
          <a:ext cx="669798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도구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호출을 하나로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 한 번으로 결과까지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 공간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접두어로 경계를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order_와 payment_로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고신호 정보만 돌려준다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 효율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양도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로그는 요약과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설명을 프롬프트처럼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금지한 대상을 설명에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시스템과 비결정적인 에이전트 사이의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담은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agents.", [Anthropic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다섯 기준과 "주문한다"의 적용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0708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반환도 맥락이다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돌려준 것은 그대로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예산을 깎는다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"도구는 고신호 정보만 돌려주어야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implementations should take care to return only high signal information back to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설명이 결과를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도구를 고치지 않고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설명만 다듬어도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호출의 정확도가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도구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9286" y="2112010"/>
          <a:ext cx="58318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51206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문서·코드를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바꾼 파일의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수용 테스트를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승인·거절을 흉내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또는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브랜치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 커밋한다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식별자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"주문한다"에 주는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다섯 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할 수 있는 일의 목록이 그대로 경계가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도구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도구가 경계다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시스템을 부르는 도구가 없으므로 그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시도조차 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대역을 주는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 경로를 재현할 수 있어야 수용 기준 4개를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주지 않는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늘면 고를 때 헷갈리고, 반환이 창을 차지한다.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3871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도구를 에이전트에 잇는 방법을 표준화한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호스트·클라이언트·서버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서버가 리소스·프롬프트·도구를 제공한다.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표준이 주는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도구를 한 번 만들면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도구나 모델이 바뀌어도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방식으로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동의가 전제다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임의의 코드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프로토콜은 권한을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강제하지 않으므로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경계는 도구와 신원이 정한다.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"도구는 임의 코드 실행이므로 알맞은 주의로 다뤄야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represent arbitrary code execution and must be treated with appropriate caution"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MCP — Model Context Protocol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MCP의 구성</a:t>
            </a:r>
          </a:p>
        </p:txBody>
      </p:sp>
      <p:pic>
        <p:nvPicPr>
          <p:cNvPr id="11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771650" y="3886754"/>
            <a:ext cx="5600700" cy="234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권한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2112010"/>
          <a:ext cx="57200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코드·문서·테스트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키, 결제 연동 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테스트의 기대값,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빌드와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네트워크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따로 정한다. "모두 허용"과 "아무것도 못 함" 사이를 네 가지로 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권한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경계는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중앙에서 강제하고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그 안에서는 자율을 허용한다, "enforce boundaries centrally, allow autonomy locally",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쓰기가 가장 좁다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범위를 패키지로 적으면 경계를 넘는 변경이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diff에서 바로 드러난다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금지하는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기준은 사람이 정한 것이어서, 에이전트가 고치면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센서가 사라진다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신원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20929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좁히는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누구로 움직이나?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권한만 가진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하나와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저장소의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오래 쓰나?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실행마다 발급하고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과제가 끝나면 자격을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자격으로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움직이면 권한도 사람만큼 커진다. 신원을 따로 두고 범위와 수명을 좁힌다.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신원의 세 가지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분리하는가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자격이 새면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의도한 범위 밖에서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움직인다. [OWASP 2025]은 이것을 신원·권한 남용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으로, 도구를 통한 범위 밖 행동을 도구 오용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자격은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자격이 필요해 보이면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대역으로 바꾼다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368669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바꾸는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 공간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변경 하나에 작업 공간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 worktree마다 띄울 수 있게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변경마다 한 벌을 띄우고 조작하게 했다, "we made the app bootable per git worktree, so Codex could launch and drive one instance per change",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"완전히 분리된 사본에서 일하고, 과제가 끝나면 그 사본은 지워진다"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works on a fully isolated version of that app—including its logs and metrics, which get torn down once that task is complete"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분리의 이득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공간이 따로이므로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다른 과제를 깨뜨리지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버리는 것이 기본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공간은 과제와 함께 사라진다. 남는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커밋과 진행 기록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(frame)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아니라 사본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브랜치만 바꾸는 것과 달리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환경까지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벌로 묶는다.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48567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공간의 수명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5186311"/>
            <a:ext cx="6223000" cy="112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진행 기록과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7297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어디에 남나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되돌리는 수단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되돌리기, 브랜치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기능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되돌려 다시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docs/의 용어집·모델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확정한 판본으로 복구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대역의 호출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그래서 실제 호출을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수 있으면 맡길 수 있다. 바뀌는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바뀌는 것과 되돌리는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832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계획을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일급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"Plans are treated as first-class artifacts",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기록은 저장소에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대화에만 있는 진행은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실행이 이어 받지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결제, 배포, 데이터 이관은 수단이 없으므로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권한에서 뺀다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39736" y="2112010"/>
          <a:ext cx="62509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847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오나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보고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수용 기준, 맥락 패키지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무엇으로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과제에 주는 도구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읽기·쓰기·실행·외부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바꾸고 어떻게 되돌리나?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공간, 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끝인가?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사람에게 묻나?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정할 결정, 실패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계약은 과제 하나를 맡기며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사람과 에이전트가 같은 한 장을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계약의 여섯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끝나면 멈추지만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통제를 유지하려고 반복 상한 같은 중단 조건을 함께 두는 일이 흔하다, "it's also common to include stopping conditions (such as a maximum number of iterations) to maintain control",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종료와 멈춤은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종료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기준이고, 멈출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내가 정할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위임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4개,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코드·문서.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"주문한다"의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호출을 모두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worktree와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기능 목록의 작업 단위 상태로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4개 통과, 기대값·테스트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기대값이나 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명세에 없는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정해야 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권한 허용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112010"/>
          <a:ext cx="700532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없이 모두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창이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일만 승인으로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자격을 그대로 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계정을 따로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신원과 짧은 수명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전체에 쓰기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쓰기 범위를 패키지로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외부 시스템에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먼저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편의를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허용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 경계가 사라진다. 승인 창이 번거롭다는 것이 가장 흔한 계기다.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전부 허용의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241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오류 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뜻하므로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샌드박스에서 충분히 시험하고 알맞은 가드레일을 함께 두기를 권한다, "We recommend extensive testing in sandboxed environments, along with the appropriate guardrails.",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번거로움이 경계를 지운다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지우는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번거로움을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좁히는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것부터 뺀다. 그다음이 쓰기 범위, 그다음이 읽기다.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기본값이 된 MCP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0786" y="3137246"/>
          <a:ext cx="46888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MCP가 값을 하는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간단한 도구로 충분한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구조화된 도구 계약이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저장소 안에서만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 경계를 따로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자격이 이미 실행 환경에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사용자의 접근을 통제한다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사람이 우리 팀뿐이다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연결을 MCP로 만들려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것보다 잃는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기본값으로 쓰는 것을 경계한다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caution against using MCP by default", 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"에이전트와 API 사이의 모든 프로토콜 층은 충실도를 잃고, 복잡한 API에서는 그 손실이 누적된다"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protocol layer between an agent and an API loses fidelity, and for complex APIs those losses compound"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MCP가 맞는 때와 간단한 도구로 충분한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연결에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프로토콜 수준의 상호 운용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정말 필요한가?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도움말이 분명하고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JSON으로 답하는 명령 한 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이면 에이전트에게 충분한 경우가 많다.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5의 맥락 패키지와 실습 4의 수용 기준을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한 장으로 써줘. 입력·도구·권한·상태·종료 조건·멈출 조건의 여섯 항목으로 적고, 권한은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 금지한 것까지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"신청한다"에 필요한 도구만 있고, 주지 않은 도구가 경계가 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쓰기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테스트로 묶었는가?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결제·배송 호출과 원격 저장소 반영을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(수용 테스트 5개)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끝을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(공휴일 규칙)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실패 상한이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신원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사람의 자격을 빌리지 않고 전용 신원과 수명을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"신청한다"의 위임 계약. 실습 7의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경계의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도구·권한·상태·멈출 조건. 맥락을 준 뒤 남는 질문은 어디까지 맡기는가다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할 수 있는 일의 목록이 경계다. 도구의 정의와 설명은 프롬프트만큼 다듬는다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연결의 공개 표준이지만 기본값은 아니다. 도구 호출은 임의 코드 실행이다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읽기·쓰기·실행·외부 호출을 따로 정하고, 에이전트의 신원을 사람과 나눈다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변경마다 작업 공간을 두고, 되돌릴 수 없는 일은 권한에서 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입력·도구·권한·상태·종료 조건·멈출 조건을 한 장에 적는다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워크플로·에이전트와 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정한 과제를 어떤 흐름으로 실행하고, 어디에 사람의 확인 지점을 둘지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"신청한다"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5개,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결제·배송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결제·배송의 실제 호출과 원격 반영을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단위 4개의 상태를 기능 목록에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금액·회차 수·만료일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기대값을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공휴일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처럼 미정인 업무 규칙을 정해야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조건을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한 줄을 지우고 위임 계약을 가리킨다. 경계는 한 곳에 있어야 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대역을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대역의 응답 형식을 맞추는 데 쓴다는 것을 한 줄로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미정을 멈출 조건으로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미정이 멈출 조건이 된다. 수용 기준에는 그대로 두지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제거와 계약 가리킴. 실습 7의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 규격의 용도 한 줄.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4_Office 테마</vt:lpstr>
      <vt:lpstr>06. 작업 위임과 도구·권한·상태의 경계 목차</vt:lpstr>
      <vt:lpstr>01. 세션 목표</vt:lpstr>
      <vt:lpstr>02. 위임의 경계</vt:lpstr>
      <vt:lpstr>에이전트-컴퓨터 인터페이스 03. 도구</vt:lpstr>
      <vt:lpstr>도구 설계의 다섯 기준 03. 도구</vt:lpstr>
      <vt:lpstr>주문한다의 도구 03. 도구</vt:lpstr>
      <vt:lpstr>04. 도구 연결의 표준</vt:lpstr>
      <vt:lpstr>네 가지 권한 05. 최소 권한</vt:lpstr>
      <vt:lpstr>에이전트의 신원 05. 최소 권한</vt:lpstr>
      <vt:lpstr>변경마다 작업 공간 06. 상태와 되돌림</vt:lpstr>
      <vt:lpstr>진행 기록과 되돌림 06. 상태와 되돌림</vt:lpstr>
      <vt:lpstr>위임 계약이란? 07. 위임 계약</vt:lpstr>
      <vt:lpstr>주문한다의 위임 계약 07. 위임 계약</vt:lpstr>
      <vt:lpstr>모든 권한 허용 08. 잘못된 관행</vt:lpstr>
      <vt:lpstr>기본값이 된 MCP 08. 잘못된 관행</vt:lpstr>
      <vt:lpstr>09. 실습 — 위임 계약</vt:lpstr>
      <vt:lpstr>10. 요약</vt:lpstr>
      <vt:lpstr>위임 계약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작업 위임과 도구·권한·상태의 경계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