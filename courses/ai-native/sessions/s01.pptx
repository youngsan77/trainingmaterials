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"07. 워크플로·에이전트와 사람의 개입"과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신청한다(실습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만들지,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주문은 결제를 포함한다.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588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4688" y="4133180"/>
            <a:ext cx="525462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요청은 한 줄이었다. 테크 리드가 이 한 줄을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담당자의 리뷰에서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3가지가 나왔다.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코드는 업무 규칙 3가지을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578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532152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3778033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아니라 자기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3곳에서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7958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17318"/>
            <a:ext cx="6223000" cy="11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45220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4677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108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309949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104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30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다뤄 온 도구와 성질이 다르다. 결정적으로 동작하는 컴파일러와 달리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추측하고,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만드는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 주어진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정한 업무 규칙도 맥락에 넣지 않으면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양이 정해진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효과가 줄어든다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넣을수록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것을 놓친다. 판단을 바꾸는 것을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3099498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규칙이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고정되어야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"가격"이라는 한 단어로 두면 에이전트는 어느 가격인지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삼고,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104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30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모델에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추측할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사라진다. 주문 상태 기계에는 결제 거절과 배송 요청의 업무 규칙이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1662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4590942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344852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4640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845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방식은 도구가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단위, 누가 무엇을 하는가, 무엇으로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주문한다를 3가지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손대는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19503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4193822"/>
            <a:ext cx="62230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07035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60500" y="4681355"/>
            <a:ext cx="6223000" cy="67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일을 어떻게 이룰지 통제하는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복잡도, 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produce", 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일한다.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41448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35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3316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460500" y="4407486"/>
            <a:ext cx="6223000" cy="96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(보편 언어)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신청한다를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