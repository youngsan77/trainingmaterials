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검증 하네스·결과 점검·피드백"이 센서로 실패를 드러냈다. 여기서는 드러난 실패를 진단하고 복구한다.</a:t>
            </a:r>
          </a:p>
          <a:p>
            <a:pPr lvl="0"/>
            <a:r>
              <a:rPr lang="ko-KR" sz="1200"/>
              <a:t>기준 원전이 따로 없는 세션이다. 상태와 오류 누적은 [Anthropic 2025a], 끊긴 세션은 [Anthropic 2025d], 추적은 [Blount 외 2026], 표류와 정리는 [Lopopolo 2026], 내구성과 인지 부채는 [Thoughtworks 2026]으로 받친다.</a:t>
            </a:r>
          </a:p>
          <a:p>
            <a:pPr lvl="0"/>
            <a:r>
              <a:rPr lang="ko-KR" sz="1200"/>
              <a:t>반복되는 실패를 평가 세트에 더하는 일은 "세션 11. 평가 세트와 운영 점검 — 보안·비용·모델 변경"이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거절 뒤 재결제는 "세션 04. 수용 기준과 검증 가능한 작업 단위"의 「03. 허용·거절 예시」에서 사람이 정한 네 번째 예다. 그 기대값은 에이전트가 바꿀 수 없다.</a:t>
            </a:r>
          </a:p>
          <a:p>
            <a:pPr lvl="0"/>
            <a:r>
              <a:rPr lang="ko-KR" sz="1200"/>
              <a:t>같은 실패 3회의 상한은 "세션 06. 작업 위임과 도구·권한·상태의 경계"의 「07. 위임 계약」에서 정했다. 이 세션은 그 상한에 닿은 뒤를 다룬다.</a:t>
            </a:r>
          </a:p>
          <a:p>
            <a:pPr lvl="0"/>
            <a:r>
              <a:rPr lang="ko-KR" sz="1200"/>
              <a:t>수강생에게 묻는다 — 재시도하기 전에 어떤 근거를 확인해야 하는가? 도구의 오류 메시지와 실행 기록을 본다. 결과가 달라졌다는 사실만으로 환경 오류라고 단정하지 않는다.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유형은 과정의 정리다. 원전의 분류가 아니며, 유형 이름보다 어떤 근거로 진단했는지 설명하게 한다.</a:t>
            </a:r>
          </a:p>
          <a:p>
            <a:pPr lvl="0"/>
            <a:r>
              <a:rPr lang="ko-KR" sz="1200"/>
              <a:t>모델 한계는 모델을 바꾸면 사라지기도 한다. 그 판단은 "세션 11. 평가 세트와 운영 점검 — 보안·비용·모델 변경"의 평가 세트로 한다.</a:t>
            </a:r>
          </a:p>
          <a:p>
            <a:pPr lvl="0"/>
            <a:r>
              <a:rPr lang="ko-KR" sz="1200"/>
              <a:t>맥락 누락과 명세 결함은 겹칠 때가 있다. 둘 다면 명세를 먼저 고친다 — 맥락은 명세가 가리키는 것이기 때문이다.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결제가 거절되면 주문이 결제대기에 머문다(자기 전이)는 규칙은 course-design.md의 공통 전제이며 "세션 01. AI 협업의 특성과 사람의 판단 책임"의 첫 시도에서 이미 문제로 드러났다.</a:t>
            </a:r>
          </a:p>
          <a:p>
            <a:pPr lvl="0"/>
            <a:r>
              <a:rPr lang="ko-KR" sz="1200"/>
              <a:t>상태 기계는 "세션 05. 도메인·설계 지식과 맥락 구성"의 「07. 도메인 지식」에서 맥락으로 준 것이다. 맥락의 그림 하나가 기대값과 어긋나면 에이전트는 그림을 따른다.</a:t>
            </a:r>
          </a:p>
          <a:p>
            <a:pPr lvl="0"/>
            <a:r>
              <a:rPr lang="ko-KR" sz="1200"/>
              <a:t>수강생에게 묻는다 — 수용 기준과 맥락이 다르면 무엇이 옳은가? 기계는 답하지 못한다. 사람이 정하고 둘을 맞춘다.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실패 한도의 근거는 [OpenAI 2025]이며 "세션 07. 워크플로·에이전트와 사람의 개입"의 「06. 사람의 개입」의 「개입의 계기」에서 인용했다. 여기서는 그 한도에 닿은 뒤의 처리를 다룬다.</a:t>
            </a:r>
          </a:p>
          <a:p>
            <a:pPr lvl="0"/>
            <a:r>
              <a:rPr lang="ko-KR" sz="1200"/>
              <a:t>3회는 교육용 값이다. 과제의 값과 한 번의 비용으로 정하며, 비싼 과제일수록 작아진다.</a:t>
            </a:r>
          </a:p>
          <a:p>
            <a:pPr lvl="0"/>
            <a:r>
              <a:rPr lang="ko-KR" sz="1200"/>
              <a:t>실패 원인을 수정한 뒤 다시 검사하는 것이 "세션 09. 검증 하네스·결과 점검·피드백"의 조종 루프다. 같은 실패가 반복되면 진단을 재검토한다.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2025a] 원문 확인. 두 문장은 긴 작업의 공학 과제를 다루는 절의 것이다.</a:t>
            </a:r>
          </a:p>
          <a:p>
            <a:pPr lvl="0"/>
            <a:r>
              <a:rPr lang="ko-KR" sz="1200"/>
              <a:t>센서를 앞쪽에 두는 판단은 "세션 09. 검증 하네스·결과 점검·피드백"의 「04. 조종 루프」의 「품질을 왼쪽에」에서 정했다.</a:t>
            </a:r>
          </a:p>
          <a:p>
            <a:pPr lvl="0"/>
            <a:r>
              <a:rPr lang="ko-KR" sz="1200"/>
              <a:t>"주문한다"는 한 시간 안에 끝나는 과제여서 끊김의 비용이 작다. 수강생의 실제 과제는 그렇지 않다는 점을 짚는다.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2025a]·[Anthropic 2025d] 원문 확인. 두 번째 문장은 긴 작업의 하네스를 다룬 글의 문제 제기다.</a:t>
            </a:r>
          </a:p>
          <a:p>
            <a:pPr lvl="0"/>
            <a:r>
              <a:rPr lang="ko-KR" sz="1200"/>
              <a:t>커밋 단위의 작업 공간과 진행 기록은 "세션 06. 작업 위임과 도구·권한·상태의 경계"의 「06. 상태와 되돌림」에서 정했다. 여기서는 그것이 복구의 단위가 된다는 점을 더한다.</a:t>
            </a:r>
          </a:p>
          <a:p>
            <a:pPr lvl="0"/>
            <a:r>
              <a:rPr lang="ko-KR" sz="1200"/>
              <a:t>영어의 checkpoint를 이 자리에서 쓰지 않는다 — 이 과정에서 그 말은 사람이 판단하는 확인 지점이다(course-design.md의 용어 표).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[Blount 외 2026]·[Anthropic 2025a] 원문 확인. 앞의 문장은 프레임워크가 갖출 조건, 뒤의 문장은 추적을 붙인 뒤의 경험이다.</a:t>
            </a:r>
          </a:p>
          <a:p>
            <a:pPr lvl="0"/>
            <a:r>
              <a:rPr lang="ko-KR" sz="1200"/>
              <a:t>도구가 남기는 기록의 형식(OpenTelemetry 등)은 과정의 범위가 아니다. 무엇이 남아야 진단되는지만 정한다.</a:t>
            </a:r>
          </a:p>
          <a:p>
            <a:pPr lvl="0"/>
            <a:r>
              <a:rPr lang="ko-KR" sz="1200"/>
              <a:t>수강생에게 묻는다 — 지금 쓰는 에이전트에서 실패한 실행의 기록을 다시 열어 볼 수 있는가? 저장 여부와 보관 기간을 확인하게 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"세션 09. 검증 하네스·결과 점검·피드백"의 「08. 센서의 실패가 가리키는 판단」을 한 걸음 더 끌고 간 것이다. 거기서는 센서별 되돌릴 곳을, 여기서는 묻는 순서를 정한다.</a:t>
            </a:r>
          </a:p>
          <a:p>
            <a:pPr lvl="0"/>
            <a:r>
              <a:rPr lang="ko-KR" sz="1200"/>
              <a:t>"주문한다"의 거절 뒤 재결제는 둘째 물음에서 기대값이 옳았고 셋째 물음에서 맥락이 어긋났다.</a:t>
            </a:r>
          </a:p>
          <a:p>
            <a:pPr lvl="0"/>
            <a:r>
              <a:rPr lang="ko-KR" sz="1200"/>
              <a:t>수강생에게 묻는다 — 코드가 원인이면 코드 수정으로 충분할 수 있다. 입력 문서가 원인이라면 코드만 수정했을 때 다음 작업에 어떤 문제가 남는가?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상태 기계의 대상은 업무 객체가 아니라 맡긴 과제다. 상태 기계 표기 자체는 "객체지향 분석과 설계 실무" 과정이 가르친다.</a:t>
            </a:r>
          </a:p>
          <a:p>
            <a:pPr lvl="0"/>
            <a:r>
              <a:rPr lang="ko-KR" sz="1200"/>
              <a:t>전이의 조건은 앞 세션에서 정한 것들이다 — 센서는 "세션 09. 검증 하네스·결과 점검·피드백", 멈출 조건과 상한은 "세션 06. 작업 위임과 도구·권한·상태의 경계"의 「07. 위임 계약」이다.</a:t>
            </a:r>
          </a:p>
          <a:p>
            <a:pPr lvl="0"/>
            <a:r>
              <a:rPr lang="ko-KR" sz="1200"/>
              <a:t>중단에서 [*]로 가는 전이를 짚는다. 같은 과제를 이어 가는 것이 아니라 고친 입력으로 새로 시작한다.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golden principles는 저자 팀이 붙인 이름이며, 이 과정은 그 방식(규칙을 저장소에 적고 정리를 주기로 돌린다)만 가져온다.</a:t>
            </a:r>
          </a:p>
          <a:p>
            <a:pPr lvl="0"/>
            <a:r>
              <a:rPr lang="ko-KR" sz="1200"/>
              <a:t>표류(drift)는 course-design.md의 용어 표에 있다. 엔트로피라는 말은 쓰지 않는다 — 뜻이 넓어 과제에서 무엇을 할지 말해 주지 않는다.</a:t>
            </a:r>
          </a:p>
          <a:p>
            <a:pPr lvl="0"/>
            <a:r>
              <a:rPr lang="ko-KR" sz="1200"/>
              <a:t>규칙을 적는 자리는 "세션 05. 도메인·설계 지식과 맥락 구성"의 맥락 파일, 판정하는 자리는 "세션 09. 검증 하네스·결과 점검·피드백"의 센서다.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기대값 변경과 테스트 끄기는 "세션 09. 검증 하네스·결과 점검·피드백"의 「11. 잘못된 관행」의 「테스트를 끄는 에이전트」에서, 쓰기 금지는 "세션 08. 실행 제약과 가드레일의 역할"의 「07. 주문한다의 가드레일」의 「배치표」에서 다뤘다.</a:t>
            </a:r>
          </a:p>
          <a:p>
            <a:pPr lvl="0"/>
            <a:r>
              <a:rPr lang="ko-KR" sz="1200"/>
              <a:t>[Beck 2025]가 지니의 속임수로 든 징후가 이것이다. 이 세션은 그 징후를 실패 처리의 관점에서 다시 본다.</a:t>
            </a:r>
          </a:p>
          <a:p>
            <a:pPr lvl="0"/>
            <a:r>
              <a:rPr lang="ko-KR" sz="1200"/>
              <a:t>수강생에게 묻는다 — 상한을 늘리기 전에 무엇을 확인할 것인가? 이전 시도에서 바꾼 내용과 실패 원인을 확인하게 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34(2026-04)의 ignoring durability in agent workflows·codebase cognitive debt(둘 다 Caution) 원문 확인.</a:t>
            </a:r>
          </a:p>
          <a:p>
            <a:pPr lvl="0"/>
            <a:r>
              <a:rPr lang="ko-KR" sz="1200"/>
              <a:t>내구성의 구현(작업 큐·재개 가능한 실행)은 도구의 일이다. 과정은 진행을 어디에 남기는가만 정한다(「04. 상태와 오류 누적」).</a:t>
            </a:r>
          </a:p>
          <a:p>
            <a:pPr lvl="0"/>
            <a:r>
              <a:rPr lang="ko-KR" sz="1200"/>
              <a:t>인지 부채는 "세션 09. 검증 하네스·결과 점검·피드백"의 「09. 사람의 리뷰가 볼 것」과 이어진다. 센서가 녹색이어도 사람이 모르는 코드는 다음 결정을 어렵게 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상태별 적용은 course-design.md의 공통 전제다 — 예정은 배송 요청 때, 배송 요청됨은 배송 시스템에 알리고, 배송중·배송됨은 다음 회차부터다.</a:t>
            </a:r>
          </a:p>
          <a:p>
            <a:pPr lvl="0"/>
            <a:r>
              <a:rPr lang="ko-KR" sz="1200"/>
              <a:t>실패 기록이 없으면 원인을 확정하지 않게 한다. 별첨은 교육용 관찰에 따른 진단 예시이며 실제 수강생의 실행 결과를 대신하지 않는다.</a:t>
            </a:r>
          </a:p>
          <a:p>
            <a:pPr lvl="0"/>
            <a:r>
              <a:rPr lang="ko-KR" sz="1200"/>
              <a:t>LLM이 근거 없이 "프롬프트를 더 구체적으로"라고 제안하면 점검 1·3으로 되돌린다.</a:t>
            </a:r>
          </a:p>
          <a:p>
            <a:pPr lvl="0"/>
            <a:r>
              <a:rPr lang="ko-KR" sz="1200"/>
              <a:t>평가는 진단의 정답보다 근거와 되돌릴 자리를 본다. 같은 실패를 다르게 진단해도 근거가 서면 맞는 답이다.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10의 실패 진단과 상태 기계가 실습 11의 평가 세트에 들어간다. 반복된 실패가 평가의 과제가 된다.</a:t>
            </a:r>
          </a:p>
          <a:p>
            <a:pPr lvl="0"/>
            <a:r>
              <a:rPr lang="ko-KR" sz="1200"/>
              <a:t>이 세션까지가 한 과제의 안쪽이다. 다음 세션은 바뀔 때 다시 확인하는 바깥의 일을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교육용 관찰을 가정한 답안이다. 앞의 두 실패는 회차 상태별 적용 규칙의 누락, 마지막은 도구 호출 오류다. 실제 진단은 실행 기록에 근거해야 한다.</a:t>
            </a:r>
          </a:p>
          <a:p>
            <a:pPr lvl="0"/>
            <a:r>
              <a:rPr lang="ko-KR" sz="1200"/>
              <a:t>두 번째 실패는 "세션 05. 도메인·설계 지식과 맥락 구성"의 실습에서 만든 맥락 파일로 되돌아간다. 맥락은 한 번 만들고 끝나지 않는다.</a:t>
            </a:r>
          </a:p>
          <a:p>
            <a:pPr lvl="0"/>
            <a:r>
              <a:rPr lang="ko-KR" sz="1200"/>
              <a:t>환경 오류 한 줄을 일부러 넣었다. 셋 다 결정으로 되돌리는 답은 재시도의 자리를 잃은 것이다.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공휴일 규칙은 "세션 08. 실행 제약과 가드레일의 역할"의 별첨에서 멈출 조건으로 남긴 항목이다. 기계가 판정할 수 없어 사람에게 온다.</a:t>
            </a:r>
          </a:p>
          <a:p>
            <a:pPr lvl="0"/>
            <a:r>
              <a:rPr lang="ko-KR" sz="1200"/>
              <a:t>상태 이름은 강의의 것과 같다. 과제가 달라도 작업의 상태는 같은 틀을 쓴다는 점을 보인다.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 문서가 원인인 실패는 문서와 코드를 함께 보완해야 한다. 코드 수정만으로 끝내지 않는 이유를 설명하게 한다.</a:t>
            </a:r>
          </a:p>
          <a:p>
            <a:pPr lvl="0"/>
            <a:r>
              <a:rPr lang="ko-KR" sz="1200"/>
              <a:t>검사 도구에 따라 실행 횟수의 기록 여부가 다르다. 사용 환경에서 시도 횟수와 실패 이유를 어디에 남기는지 확인하게 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실패 대응·재시도·복구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재시도는 복구가 아니다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상태와 오류 누적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추적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되돌릴 자리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작업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실패·복구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실패하면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기록과 입력을 확인해 원인을 찾고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재시도할지 입력을 고칠지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결함·맥락 누락·환경 오류·모델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유형으로 진단한다.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원인에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재시도·중단·되돌림·결정 재검토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중에서 대응을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 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줄이도록 검증하고,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커밋과 진행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끊긴 작업을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읽은 자료와 도구 호출을 확인해 실패의 원인을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코드뿐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명세·맥락·경계·하네스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원인이 있는지 확인하고 수정한다.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과제의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상태 기계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그려 멈춤과 되돌림의 조건을 미리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기존의 잘못된 패턴이 반복되어 생기는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정기적인 코드 정리로 줄인다.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재시도는 복구가 아니다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명세나 맥락에 원인이 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실행하는 것만으로는 원인이 해결되지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결과가 달라져도 같은 문제가 다시 생길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"주문한다"의 수용 테스트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실패했다. 에이전트는 같은 수정을 세 번 되풀이했다.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번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명세와 상태 기계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읽었다. 두 문서의 불일치를 고치지 않으면 재결제의 동작을 계속 잘못 구현할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일시적인 도구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원인이 다르다. 네트워크가 복구되었다면 같은 요청을 다시 실행해 작업을 이어 갈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확인할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실패했는지, 기대한 결과가 잘못됐는지, 필요한 규칙을 빠뜨렸는지 실행 기록과 입력을 함께 살핀다.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유형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30746" y="2112010"/>
          <a:ext cx="78689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12060"/>
                <a:gridCol w="217678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원인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결함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규칙·기대값이 미정이거나 잘못됨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요구와 수용 기준의 불일치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명세를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지식이 없거나 서로 다름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모델·문서의 불일치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자료를 보완한다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도구·네트워크 등 실행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 메시지와 호출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환경을 확인하고 재시도한다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수행 능력의 부족 가능성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입력·환경 점검 뒤에도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나누거나 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실패의 원인이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명세·맥락·실행 환경·모델의 수행 능력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중 어디에 있는지에 따라 대응이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실패의 네 유형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기록에 근거한 진단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오류와 입력 문서의 불일치를 먼저 확인한다. 실패가 반복된다는 이유만으로 모델 한계라고 단정하지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진단이 어려운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부족한 증거와 추가로 확인할 사항을 남긴다. 원인을 모른 채 재시도 횟수만 늘리지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진단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0988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읽은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두 번째 결제가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기준은 재결제를 허용한다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맞다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결제대기에 남지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기계에 결제대기의 자기 전이가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맥락이 기대와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상태 기계대로 구현했다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 업무 규칙은 재결제를 허용한다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누락·불일치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뒤 재결제의 실패에서는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상태 기계가 일치하지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이미 정한 업무 규칙이 맥락 문서에 빠져 있었던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번의 시도에서 드러난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읽은 상태 기계에는 거절 뒤에도 결제대기를 유지한다는 규칙이 없었다. 코드만 고치면 같은 자료를 읽는 다음 작업에서도 문제가 반복될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 수정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빠진 전이를 반영하고 작업 명세서의 참조도 확인한다. 이후 구현을 고쳐 같은 수용 테스트로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제한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실패가 세 번 반복되어 실행을 멈췄다. 센서 결과와 시도 횟수가 원인을 재검토하는 근거가 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재시도의 조건과 상한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12010"/>
          <a:ext cx="608330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24561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재시도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멈춤의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도구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복구·중복 실행 여부를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도구가 3회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원인을 수정하고 다시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센서가 3회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판정할 수 없는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닿는 즉시 멈추고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권한·경계에 막힘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닿는 즉시 멈추고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요청의 재시도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 원인을 수정한 뒤의 재검증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 어느 쪽이든 반복 횟수와 중단 조건을 정해야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재시도할 것과 멈출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시도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바꿨고 결과가 어땠는지 남긴다. 횟수만 알아서는 같은 수정을 반복했는지 판단할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멈춘 뒤의 처리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상한에 닿으면 기록을 사람에게 전달한다. 원인과 입력을 다시 확인한 뒤 다음 작업을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에이전트는 상태를 지닌다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상태와 오류 누적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앞서 읽은 자료와 수정한 파일을 바탕으로 다음 작업을 진행하므로,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초기의 오류가 후속 작업에 영향을 줄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지니고 오류는 누적된다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오랜 시간 실행되며 여러 도구 호출에 걸쳐 상태를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stateful and errors compound. Agents can run for long periods of time, maintaining state across many tool calls."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효과적인 완화 수단이 없으면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작은 시스템 고장도 에이전트에게 치명적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"Without effective mitigations, minor system failures can be catastrophic for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 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잘못 정한 이름을 여러 파일과 테스트에서 사용하면, 나중에 수정할 범위가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조기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단위마다 검사하면 오류가 다른 코드로 퍼지기 전에 수정할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중단 대비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긴 작업은 도구 오류나 세션 종료로 끊길 수 있으므로, 중간 결과와 진행 상황을 남겨야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진행의 저장과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상태와 오류 누적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573665"/>
          <a:ext cx="57759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남기는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재개할 때 확인할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검증한 작업 단위의 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마지막으로 검사를 통과한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완료·미완료 작업과 중단 이유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 할 일과 남은 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88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중단된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검증된 코드와 진행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확인하고 재개한다.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다시 시작하는 것은 비싸고 사람을 지치게 하므로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오류가 난 지점에서 이어 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시스템을 만든다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"restarts are expensive and frustrating for users. Instead, we built systems that can resume from where the agent was when the errors occurred."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긴 작업의 핵심 어려움은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끊어진 세션들로 일해야 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것이다 — 새 세션은 앞의 기억 없이 시작한다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core challenge of long-running agents is that they must work in discrete sessions, and each new session begins with no memory of what came before."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7521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작업 재개에 필요한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66265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커밋과 미완료 변경을 구분하고, 문제가 생긴 작업 단위를 되돌려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인계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사람도 같은 기록으로 현재 상태와 다음 작업을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추적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진행 기록이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 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알려 준다면, 추적 기록은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자료와 도구를 사용했는지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확인하는 데 쓰인다.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견고한 프레임워크는 상세한 추적과 로그를 남겨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추론의 궤적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드러낸다 — 모델의 내적 독백과 고른 도구와 만들어 낸 인자와 관찰한 결과다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robust framework generates detailed traces and logs, exposing the entire reasoning trajectory: the model's internal monologue, the tool it chose, the parameters it generated, and the result it observed."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운영 전 구간에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추적을 붙이면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왜 실패했는지 진단하고 문제를 체계적으로 고칠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"Adding full production tracing let us diagnose why agents failed and fix issues systematically."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진단에 필요한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읽은 문서, 호출한 도구와 인자, 반환 결과를 확인한다. 도구의 실행 기록과 모델 내부의 추론은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"주문한다"의 확인 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읽은 상태 기계와 실제 변경을 비교해, 빠진 전이가 구현에도 반영됐는지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실행별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지시에도 결과가 달라질 수 있으므로 실패한 실행의 기록을 보관한다. 기록만으로 원인을 단정할 수 없으면 입력과 코드를 함께 검토한다.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되돌릴 자리 찾기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6256" y="2112010"/>
          <a:ext cx="60579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3517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결과에 따른 대응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도구·환경 오류가 기록에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복구 여부를 확인하고 재시도를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업무 규칙과 맞는가?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다르면 업무 담당자와 수용 기준을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규칙을 읽을 수 있었는가?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빠졌거나 다르면 맥락 문서를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 경계에 막혔는가?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의도한 제한인지 확인하고 위임 범위를 검토한다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 실패가 곧 코드만의 문제라는 뜻은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기대값·맥락·권한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확인해 원인이 있는 부분을 수정한다.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실패에서 결정으로 거슬러 오르기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 점검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기대값이 잘못되었다면 먼저 확정하고, 맥락과 위임 범위를 그 기준에 맞춘다.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점검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입력과 환경이 올바르면 코드와 검사 자체의 결함을 확인한다. 여전히 수행하기 어렵다면 작업을 나누거나 사람이 맡는다.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수정 후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고친 입력과 코드로 같은 수용 테스트를 실행해, 기대한 동작을 회복했는지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작업 상태 기계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1488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진행·검증·사람 확인·종료의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정한다. 실패했을 때 계속 수정할지, 사람에게 넘길지 일관되게 판단할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완료와 중단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정한 검사를 통과하면 완료한다. 상한이나 멈출 조건에 닿으면 사람이 기록을 확인해 재개 또는 중단을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재개와 재위임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환경을 복구한 경우에는 저장된 진행에서 이어 간다. 명세나 맥락을 바꿨다면 기존 결과의 재사용 범위를 확인하고, 고친 입력으로 새 과제를 맡긴다.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10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상태 기계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532423" y="3648456"/>
            <a:ext cx="8079154" cy="129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기존의 잘못된 패턴이 반복되면, 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의도한 구조와 규칙에서 점차 벗어날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Codex는 저장소의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일관되지 않거나 바람직하지 않은 패턴까지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복제하므로, 시간이 지나면 필연적으로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생긴다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replicates patterns that already exist in the repository—even uneven or suboptimal ones. Over time, this inevitably leads to drift."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우리 팀은 매주 금요일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(주간 업무의 20%)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AI가 남긴 조잡한 코드 정리에 썼지만,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작업량이 늘자 유지할 수 없었다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"Our team used to spend every Friday (20% of the week) cleaning up "AI slop." Unsurprisingly, that didn't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골든 프린시플이라 부르는 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저장소에 명시하고,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정기적으로 코드를 정리하는 절차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started encoding what we call "golden principles" directly into the repository and built a recurring cleanup process"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발견의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기능 테스트가 통과해도 중복이나 불필요한 의존은 늘어날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정리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규칙을 문서와 검사에 반영하고, 작은 정리 작업을 주기적으로 수행한다.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"주문한다"의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중복된 테스트 대역과 미사용 설정을 정리한 뒤 수용 테스트로 기존 동작을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무한 재시도와 실패 숨기기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386330"/>
          <a:ext cx="59715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6517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방지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무한 재시도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실패에 토큰과 시간을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 3회의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바꾸기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통과하고 규칙이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파일의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 숨기기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건너뛴 테스트가 녹색으로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건너뜀을 실패로 세는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원인을 확인하지 않고 재시도를 반복하면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시간과 비용을 낭비할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통과시키려고 기대값을 바꾸거나 테스트를 건너뛰면 문제 자체가 숨겨진다.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실패를 반복하거나 숨기는 관행과 방지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 기준의 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변경과 테스트 비활성화를 제한하고, 건너뛴 검사가 있는지도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비용의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최종 통과 여부와 함께 시도 횟수·소요 시간·중단 이유를 남긴다. 마지막 성공만으로 전체 실행을 평가하지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내구성 없는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중단되었을 때 진행 상황을 복원할 수 없는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시간이 길어질수록 복구 부담이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흐름에서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내구성을 무시하는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여러 팀에서 본 안티패턴이며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개발에서는 되지만 운영에서 실패하는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시스템을 낳는다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"Ignoring durability in agent workflows is an anti-pattern we've seen across many teams, resulting in systems that work in development but fail in production."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설계 의도와 숨은 결합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놓치고 이것이 늘어나는 기술 부채와 맞물려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시스템을 점점 더 이해하기 어렵게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고리를 이룬다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can lose track of design intent and hidden coupling. This, combined with rising technical debt, creates a reinforcing loop that makes systems progressively harder to reason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중단에 대한 대비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네트워크 오류·시간 초과·사람의 중단에 대비해 코드와 진행 기록을 저장한다. 재개할 때 이미 완료한 작업을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재개에 필요한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기록뿐 아니라 설계 의도도 남아 있어야 한다. 생성된 코드를 검토하지 않으면, 다음 사람이 변경의 이유와 영향을 파악하기 어렵다.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실패·복구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9의 하네스로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"배송지를 변경한다"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진행하고, 실행 기록과 입력을 LLM에 제공해 실패 원인과 복구 방법을 검토하십시오.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9의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하네스 배치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실패한 실행의 테스트 출력·도구 호출 기록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"'배송지를 변경한다'의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기록과 입력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비교해 실패 원인을 진단해줘.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관찰한 사실과 추정을 구분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하고, 근거가 없으면 추가로 확인할 것을 적어줘."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"실패마다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수정할 입력·코드·환경과 재검증 방법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적고, 재개·중단 조건을 작업 상태 기계로 그려줘."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도구 오류와 입력의 누락·불일치를 기록으로 확인했는가?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테스트 출력·추적에서 확인한 사실과 추정을 구분했는가?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수정 대상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명세·맥락·경계·하네스·코드 중 원인이 있는 부분을 골랐는가?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고친 뒤 같은 수용 기준을 충족하는지 확인하는가?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상한과 멈출 조건이 상태 기계에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저장한 진행과 새로 검증할 범위를 구분했는가?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"배송지를 변경한다"의 실패 진단과 되돌림, 작업 상태 기계. 실습 11의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기록과 입력으로 원인을 확인하고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필요한 부분을 수정한 뒤 다시 검증한다.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 대응의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 진단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명세·맥락·환경·모델의 문제를 실행 기록에 근거해 구분한다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재시도와 재검증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요청의 반복과 원인 수정 후의 검증을 구분하고 상한을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 저장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단위로 검증하고, 커밋과 진행 기록으로 재개할 지점을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읽은 자료와 도구 호출·결과를 보관해 실패한 실행을 검토한다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 관리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규칙을 문서와 검사에 반영하고, 작은 정리 작업을 주기적으로 수행한다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11. 평가 세트와 운영 점검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보안·비용·모델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 한 번 고친 실패가 다시 나지 않는지를 평가 세트로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실패 진단과 되돌림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35166" y="2112010"/>
          <a:ext cx="826008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947420"/>
                <a:gridCol w="267970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요청됨 회차에 알리지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결함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기준에 그 회차의 예가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배송중 회차의 배송지를 바꿨다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기계에 적용 범위가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파일의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호출이 실패했다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 기록에 연결 오류가 남았다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 복구 후 재시도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"배송지를 변경한다"의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관찰한 결과와 입력 문서를 비교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진단한다. 명세·맥락의 보완과 환경 복구를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실패의 진단과 되돌릴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 보완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명세서에 빠진 예를 추가하고, 상태 기계에 회차별 적용 범위를 반영한다.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재위임과 재개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입력을 고쳤다면 새 과제로 맡기고 수용 테스트로 확인한다. 환경 오류라면 기존 진행을 확인하고 재개할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상태 기계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"배송지를 변경한다"에서도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 통과·반복 상한·사람의 판단이 필요한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정해 작업의 종료와 재개를 관리한다.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사람에게 넘기는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같은 실패가 세 번 반복되거나, 공휴일 규칙처럼 미정인 업무 판단에 닿으면 멈춘다.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다음 실행의 입력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환경 복구 후에는 진행 기록을 읽고 재개한다. 명세·맥락을 고쳤다면 고친 입력과 검증 기준으로 새 과제를 맡긴다.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4147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배송지를 변경한다의 작업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782515" y="2579219"/>
            <a:ext cx="7578969" cy="121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요청됨 회차의 예를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시스템에 변경을 알려야 한다는 규칙을 수용 기준과 테스트에 반영한다.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기계에 적용 범위를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예정·배송 요청됨·배송중·배송됨에서 배송지 변경이 어떻게 적용되는지 명시한다.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하네스 배치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9)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재시도의 기록을 남긴다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센서 실패와 재시도 횟수를 진행 기록에 적어 다음 판단의 근거로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예와 맥락 파일의 상태 기계. 실습 11의 평가 세트가 이 둘을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환경 오류의 발생 횟수. 추세가 보일 때만 다시 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4_Office 테마</vt:lpstr>
      <vt:lpstr>10. 실패 대응·재시도·복구 목차</vt:lpstr>
      <vt:lpstr>01. 세션 목표</vt:lpstr>
      <vt:lpstr>02. 재시도는 복구가 아니다</vt:lpstr>
      <vt:lpstr>네 유형 03. 실패의 유형</vt:lpstr>
      <vt:lpstr>주문한다의 진단 03. 실패의 유형</vt:lpstr>
      <vt:lpstr>재시도의 조건과 상한 03. 실패의 유형</vt:lpstr>
      <vt:lpstr>에이전트는 상태를 지닌다 04. 상태와 오류 누적</vt:lpstr>
      <vt:lpstr>진행의 저장과 되돌림 04. 상태와 오류 누적</vt:lpstr>
      <vt:lpstr>05. 추적</vt:lpstr>
      <vt:lpstr>06. 되돌릴 자리 찾기</vt:lpstr>
      <vt:lpstr>07. 작업 상태 기계</vt:lpstr>
      <vt:lpstr>08. 표류와 정리</vt:lpstr>
      <vt:lpstr>무한 재시도와 실패 숨기기 09. 잘못된 관행</vt:lpstr>
      <vt:lpstr>내구성 없는 작업 09. 잘못된 관행</vt:lpstr>
      <vt:lpstr>10. 실습 — 실패·복구</vt:lpstr>
      <vt:lpstr>11. 요약</vt:lpstr>
      <vt:lpstr>실패 진단과 되돌림 (안) 별첨. 실습 답</vt:lpstr>
      <vt:lpstr>작업 상태 기계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10. 실패 대응·재시도·복구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