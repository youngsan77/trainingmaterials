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09. 검증 하네스·결과 점검·피드백"이 센서로 실패를 드러냈다. 여기서는 드러난 실패를 진단하고 복구한다.</a:t>
            </a:r>
          </a:p>
          <a:p>
            <a:pPr lvl="0"/>
            <a:r>
              <a:rPr lang="ko-KR" sz="1200"/>
              <a:t>기준 원전이 따로 없는 세션이다. 상태와 오류 누적은 [Anthropic 2025a], 끊긴 세션은 [Anthropic 2025d], 추적은 [Blount 외 2026], 표류와 정리는 [Lopopolo 2026], 내구성과 인지 부채는 [Thoughtworks 2026]으로 받친다.</a:t>
            </a:r>
          </a:p>
          <a:p>
            <a:pPr lvl="0"/>
            <a:r>
              <a:rPr lang="ko-KR" sz="1200"/>
              <a:t>반복되는 실패를 평가 세트에 더하는 일은 "세션 11. 평가 세트와 운영 점검 — 보안·비용·모델 변경"이 맡는다.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거절 뒤 재결제는 "세션 04. 수용 기준과 검증 가능한 작업 단위"의 「03. 허용·거절 예시」에서 사람이 정한 네 번째 예다. 그 기대값은 에이전트가 바꿀 수 없다.</a:t>
            </a:r>
          </a:p>
          <a:p>
            <a:pPr lvl="0"/>
            <a:r>
              <a:rPr lang="ko-KR" sz="1200"/>
              <a:t>같은 실패 3회의 상한은 "세션 06. 작업 위임과 도구·권한·상태의 경계"의 「07. 위임 계약」에서 정했다. 이 세션은 그 상한에 닿은 뒤를 다룬다.</a:t>
            </a:r>
          </a:p>
          <a:p>
            <a:pPr lvl="0"/>
            <a:r>
              <a:rPr lang="ko-KR" sz="1200"/>
              <a:t>수강생에게 묻는다 — 재시도로 풀리는 실패와 풀리지 않는 실패를 어떻게 가르는가? 입력이 같을 때 결과가 바뀔 수 있는지로 가른다.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유형은 과정의 정리다. 원전의 분류가 아니며, 수업에서는 이름보다 가르는 두 질문을 외우게 한다.</a:t>
            </a:r>
          </a:p>
          <a:p>
            <a:pPr lvl="0"/>
            <a:r>
              <a:rPr lang="ko-KR" sz="1200"/>
              <a:t>모델 한계는 모델을 바꾸면 사라지기도 한다. 그 판단은 "세션 11. 평가 세트와 운영 점검 — 보안·비용·모델 변경"의 평가 세트로 한다.</a:t>
            </a:r>
          </a:p>
          <a:p>
            <a:pPr lvl="0"/>
            <a:r>
              <a:rPr lang="ko-KR" sz="1200"/>
              <a:t>맥락 누락과 명세 결함은 겹칠 때가 있다. 둘 다면 명세를 먼저 고친다 — 맥락은 명세가 가리키는 것이기 때문이다.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결제가 거절되면 주문이 결제대기에 머문다(자기 전이)는 규칙은 course-design.md의 공통 전제이며 "세션 01. AI 협업의 특성과 사람의 판단 책임"의 첫 시도에서 이미 문제로 드러났다.</a:t>
            </a:r>
          </a:p>
          <a:p>
            <a:pPr lvl="0"/>
            <a:r>
              <a:rPr lang="ko-KR" sz="1200"/>
              <a:t>상태 기계는 "세션 05. 도메인·설계 지식과 맥락 구성"의 「07. 도메인 지식」에서 맥락으로 준 것이다. 맥락의 그림 하나가 기대값과 어긋나면 에이전트는 그림을 따른다.</a:t>
            </a:r>
          </a:p>
          <a:p>
            <a:pPr lvl="0"/>
            <a:r>
              <a:rPr lang="ko-KR" sz="1200"/>
              <a:t>수강생에게 묻는다 — 수용 기준과 맥락이 다르면 무엇이 옳은가? 기계는 답하지 못한다. 사람이 정하고 둘을 맞춘다.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실패 한도의 근거는 [OpenAI 2025]이며 "세션 07. 워크플로·에이전트와 사람의 개입"의 「06. 사람의 개입」의 「개입의 계기」에서 인용했다. 여기서는 그 한도에 닿은 뒤의 처리를 다룬다.</a:t>
            </a:r>
          </a:p>
          <a:p>
            <a:pPr lvl="0"/>
            <a:r>
              <a:rPr lang="ko-KR" sz="1200"/>
              <a:t>3회는 교육용 값이다. 과제의 값과 한 번의 비용으로 정하며, 비싼 과제일수록 작아진다.</a:t>
            </a:r>
          </a:p>
          <a:p>
            <a:pPr lvl="0"/>
            <a:r>
              <a:rPr lang="ko-KR" sz="1200"/>
              <a:t>"메시지를 읽고 1회 고쳐 본다"가 "세션 09. 검증 하네스·결과 점검·피드백"의 조종 루프다. 그 한 번이 듣지 않으면 유형을 다시 본다.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2025a] 원문 확인. 두 문장은 긴 작업의 공학 과제를 다루는 절의 것이다.</a:t>
            </a:r>
          </a:p>
          <a:p>
            <a:pPr lvl="0"/>
            <a:r>
              <a:rPr lang="ko-KR" sz="1200"/>
              <a:t>센서를 앞쪽에 두는 판단은 "세션 09. 검증 하네스·결과 점검·피드백"의 「04. 조종 루프」의 「품질을 왼쪽에」에서 정했다.</a:t>
            </a:r>
          </a:p>
          <a:p>
            <a:pPr lvl="0"/>
            <a:r>
              <a:rPr lang="ko-KR" sz="1200"/>
              <a:t>"주문한다"는 한 시간 안에 끝나는 과제여서 끊김의 비용이 작다. 수강생의 실제 과제는 그렇지 않다는 점을 짚는다.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2025a]·[Anthropic 2025d] 원문 확인. 두 번째 문장은 긴 작업의 하네스를 다룬 글의 문제 제기다.</a:t>
            </a:r>
          </a:p>
          <a:p>
            <a:pPr lvl="0"/>
            <a:r>
              <a:rPr lang="ko-KR" sz="1200"/>
              <a:t>커밋 단위의 작업 공간과 진행 기록은 "세션 06. 작업 위임과 도구·권한·상태의 경계"의 「06. 상태와 되돌림」에서 정했다. 여기서는 그것이 복구의 단위가 된다는 점을 더한다.</a:t>
            </a:r>
          </a:p>
          <a:p>
            <a:pPr lvl="0"/>
            <a:r>
              <a:rPr lang="ko-KR" sz="1200"/>
              <a:t>영어의 checkpoint를 이 자리에서 쓰지 않는다 — 이 과정에서 그 말은 사람이 판단하는 확인 지점이다(course-design.md의 용어 표).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[Blount 외 2026]·[Anthropic 2025a] 원문 확인. 앞의 문장은 프레임워크가 갖출 조건, 뒤의 문장은 추적을 붙인 뒤의 경험이다.</a:t>
            </a:r>
          </a:p>
          <a:p>
            <a:pPr lvl="0"/>
            <a:r>
              <a:rPr lang="ko-KR" sz="1200"/>
              <a:t>도구가 남기는 기록의 형식(OpenTelemetry 등)은 과정의 범위가 아니다. 무엇이 남아야 진단되는지만 정한다.</a:t>
            </a:r>
          </a:p>
          <a:p>
            <a:pPr lvl="0"/>
            <a:r>
              <a:rPr lang="ko-KR" sz="1200"/>
              <a:t>수강생에게 묻는다 — 지금 쓰는 에이전트에서 실패한 실행의 기록을 다시 열어 볼 수 있는가? 대개 화면을 닫으면 사라진다.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표는 "세션 09. 검증 하네스·결과 점검·피드백"의 「08. 센서의 실패가 가리키는 판단」을 한 걸음 더 끌고 간 것이다. 거기서는 센서별 되돌릴 곳을, 여기서는 묻는 순서를 정한다.</a:t>
            </a:r>
          </a:p>
          <a:p>
            <a:pPr lvl="0"/>
            <a:r>
              <a:rPr lang="ko-KR" sz="1200"/>
              <a:t>"주문한다"의 거절 뒤 재결제는 둘째 물음에서 기대값이 옳았고 셋째 물음에서 맥락이 어긋났다.</a:t>
            </a:r>
          </a:p>
          <a:p>
            <a:pPr lvl="0"/>
            <a:r>
              <a:rPr lang="ko-KR" sz="1200"/>
              <a:t>수강생에게 묻는다 — 코드를 고쳐 테스트를 통과시키면 무엇이 남는가? 다음 과제에서 같은 실패가 다시 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상태 기계의 대상은 업무 객체가 아니라 맡긴 과제다. 상태 기계 표기 자체는 "객체지향 분석과 설계 실무" 과정이 가르친다.</a:t>
            </a:r>
          </a:p>
          <a:p>
            <a:pPr lvl="0"/>
            <a:r>
              <a:rPr lang="ko-KR" sz="1200"/>
              <a:t>전이의 조건은 앞 세션에서 정한 것들이다 — 센서는 "세션 09. 검증 하네스·결과 점검·피드백", 멈출 조건과 상한은 "세션 06. 작업 위임과 도구·권한·상태의 경계"의 「07. 위임 계약」이다.</a:t>
            </a:r>
          </a:p>
          <a:p>
            <a:pPr lvl="0"/>
            <a:r>
              <a:rPr lang="ko-KR" sz="1200"/>
              <a:t>중단에서 [*]로 가는 전이를 짚는다. 같은 과제를 이어 가는 것이 아니라 고친 입력으로 새로 시작한다.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 원문 확인. golden principles는 저자 팀이 붙인 이름이며, 이 과정은 그 방식(규칙을 저장소에 적고 정리를 주기로 돌린다)만 가져온다.</a:t>
            </a:r>
          </a:p>
          <a:p>
            <a:pPr lvl="0"/>
            <a:r>
              <a:rPr lang="ko-KR" sz="1200"/>
              <a:t>표류(drift)는 course-design.md의 용어 표에 있다. 엔트로피라는 말은 쓰지 않는다 — 뜻이 넓어 과제에서 무엇을 할지 말해 주지 않는다.</a:t>
            </a:r>
          </a:p>
          <a:p>
            <a:pPr lvl="0"/>
            <a:r>
              <a:rPr lang="ko-KR" sz="1200"/>
              <a:t>규칙을 적는 자리는 "세션 05. 도메인·설계 지식과 맥락 구성"의 맥락 파일, 판정하는 자리는 "세션 09. 검증 하네스·결과 점검·피드백"의 센서다.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기대값 변경과 테스트 끄기는 "세션 09. 검증 하네스·결과 점검·피드백"의 「11. 잘못된 관행」의 「테스트를 끄는 에이전트」에서, 쓰기 금지는 "세션 08. 실행 제약과 가드레일의 역할"의 「07. 주문한다의 가드레일」의 「배치표」에서 다뤘다.</a:t>
            </a:r>
          </a:p>
          <a:p>
            <a:pPr lvl="0"/>
            <a:r>
              <a:rPr lang="ko-KR" sz="1200"/>
              <a:t>[Beck 2025]가 지니의 속임수로 든 징후가 이것이다. 이 세션은 그 징후를 실패 처리의 관점에서 다시 본다.</a:t>
            </a:r>
          </a:p>
          <a:p>
            <a:pPr lvl="0"/>
            <a:r>
              <a:rPr lang="ko-KR" sz="1200"/>
              <a:t>수강생에게 묻는다 — 상한을 늘리면 성공률이 오르는가? 환경 오류가 아니면 오르지 않는다.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Thoughtworks Technology Radar Vol. 34(2026-04)의 ignoring durability in agent workflows·codebase cognitive debt(둘 다 Caution) 원문 확인.</a:t>
            </a:r>
          </a:p>
          <a:p>
            <a:pPr lvl="0"/>
            <a:r>
              <a:rPr lang="ko-KR" sz="1200"/>
              <a:t>내구성의 구현(작업 큐·재개 가능한 실행)은 도구의 일이다. 과정은 진행을 어디에 남기는가만 정한다(「04. 상태와 오류 누적」).</a:t>
            </a:r>
          </a:p>
          <a:p>
            <a:pPr lvl="0"/>
            <a:r>
              <a:rPr lang="ko-KR" sz="1200"/>
              <a:t>인지 부채는 "세션 09. 검증 하네스·결과 점검·피드백"의 「09. 사람의 리뷰가 볼 것」과 이어진다. 센서가 녹색이어도 사람이 모르는 코드는 다음 결정을 어렵게 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회차 상태별 적용은 course-design.md의 공통 전제다 — 예정은 배송 요청 때, 배송 요청됨은 배송 시스템에 알리고, 배송중·배송됨은 다음 회차부터다.</a:t>
            </a:r>
          </a:p>
          <a:p>
            <a:pPr lvl="0"/>
            <a:r>
              <a:rPr lang="ko-KR" sz="1200"/>
              <a:t>LLM은 모든 실패를 "프롬프트를 더 구체적으로"로 답한다. 점검 1·3으로 되돌린다.</a:t>
            </a:r>
          </a:p>
          <a:p>
            <a:pPr lvl="0"/>
            <a:r>
              <a:rPr lang="ko-KR" sz="1200"/>
              <a:t>평가는 진단의 정답보다 근거와 되돌릴 자리를 본다. 같은 실패를 다르게 진단해도 근거가 서면 맞는 답이다.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10의 실패 진단과 상태 기계가 실습 11의 평가 세트에 들어간다. 반복된 실패가 평가의 과제가 된다.</a:t>
            </a:r>
          </a:p>
          <a:p>
            <a:pPr lvl="0"/>
            <a:r>
              <a:rPr lang="ko-KR" sz="1200"/>
              <a:t>이 세션까지가 한 과제의 안쪽이다. 다음 세션은 바뀔 때 다시 확인하는 바깥의 일을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 실패는 모두 회차 상태로 적용을 가르는 규칙에서 나온다. 수강생의 답이 다른 실패를 들어도 근거가 서면 맞는 답이다.</a:t>
            </a:r>
          </a:p>
          <a:p>
            <a:pPr lvl="0"/>
            <a:r>
              <a:rPr lang="ko-KR" sz="1200"/>
              <a:t>두 번째 실패는 "세션 05. 도메인·설계 지식과 맥락 구성"의 실습에서 만든 맥락 파일로 되돌아간다. 맥락은 한 번 만들고 끝나지 않는다.</a:t>
            </a:r>
          </a:p>
          <a:p>
            <a:pPr lvl="0"/>
            <a:r>
              <a:rPr lang="ko-KR" sz="1200"/>
              <a:t>환경 오류 한 줄을 일부러 넣었다. 셋 다 결정으로 되돌리는 답은 재시도의 자리를 잃은 것이다.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공휴일 규칙은 "세션 08. 실행 제약과 가드레일의 역할"의 별첨에서 멈출 조건으로 남긴 항목이다. 기계가 판정할 수 없어 사람에게 온다.</a:t>
            </a:r>
          </a:p>
          <a:p>
            <a:pPr lvl="0"/>
            <a:r>
              <a:rPr lang="ko-KR" sz="1200"/>
              <a:t>상태 이름은 강의의 것과 같다. 과제가 달라도 작업의 상태는 같은 틀을 쓴다는 점을 보인다.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보완의 핵심은 실패가 가리킨 빈칸을 메우는 것이다. 코드를 고친 것으로 끝내면 다음 기능에서 같은 실패가 난다.</a:t>
            </a:r>
          </a:p>
          <a:p>
            <a:pPr lvl="0"/>
            <a:r>
              <a:rPr lang="ko-KR" sz="1200"/>
              <a:t>재시도 기록을 하네스에 더하는 것이 수강생에게 가장 낯설다. 센서는 판정만 하고 횟수는 남기지 않는다는 점을 짚는다.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실패 대응·재시도·복구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재시도는 복구가 아니다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실패의 유형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상태와 오류 누적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추적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되돌릴 자리 찾기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작업 상태 기계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표류와 정리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실패·복구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센서가 빨간불을 켠 다음에 할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돌리는 것이 아니라 무엇이 빠졌는지 찾는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실패를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결함·맥락 누락·환경 오류·모델 한계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네 유형으로 진단한다.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유형별로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재시도·멈춤·되돌림·상위 결정 재검토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중에서 대응을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상태를 지니고 오류가 누적된다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것을 알고, 끊긴 작업을 처음이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이어서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진행한다.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무엇을 보고 그렇게 했는지 되짚어 실패의 자리를 찾는다.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센서의 실패에서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원인이 된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까지 거슬러 올라 그 자리를 고친다.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맡긴 과제의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상태 기계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그려 멈춤과 되돌림의 조건을 미리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있는 패턴을 복제해 생기는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정리 작업으로 되돌린다.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재시도는 복구가 아니다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입력으로 다시 돌리면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빠진 것은 그대로 빠져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모델이 다르게 답할 확률만 다시 굴린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"주문한다"의 수용 테스트 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 뒤 재결제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실패했다. 에이전트는 같은 수정을 세 번 되풀이했다.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번의 시도는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맥락과 같은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읽었다. 그 안에 없는 규칙은 네 번째에도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재시도가 듣는 실패도 있다. 네트워크가 끊겼거나 도구가 한 번 실패한 경우다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입력이 바뀌지 않아도 결과가 바뀔 수 있는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그렇다.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그래서 실패를 만나면 먼저 묻는다.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열심히 할 일인가, 무엇이 빠졌는가?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네 유형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실패의 유형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70446" y="2112010"/>
          <a:ext cx="75895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1897380"/>
                <a:gridCol w="251206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드러나는 모습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대응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결함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정할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센서는 통과하는데 기대와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명세서로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누락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판단을 바꾸는 지식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이름·구조를 지어낸다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파일로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 오류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 — 도구가 실패했다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입력에 결과가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상한 안에서 재시도한다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 한계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과제에 비한 능력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상한까지 같은 실패를 되풀이한다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쪼개거나 사람이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실패는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빠졌는가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갈린다. 빠진 것이 다르면 고칠 자리도 다르다.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실패의 네 유형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유형을 가르는 질문은 둘이다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다시 돌리면 달라지는가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그리고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정할 것이 빠졌는가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유형을 먼저 정하지 않으면 모든 실패가 재시도로 간다. 가장 싸 보이지만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늦게 드러나는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대응이다.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진단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실패의 유형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55206" y="2112010"/>
          <a:ext cx="7620000" cy="3873500"/>
        </p:xfrm>
        <a:graphic>
          <a:graphicData uri="http://schemas.openxmlformats.org/drawingml/2006/table">
            <a:tbl>
              <a:tblPr/>
              <a:tblGrid>
                <a:gridCol w="2651760"/>
                <a:gridCol w="309880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읽은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두 번째 결제가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기준은 재결제를 허용한다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기대값은 맞다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결제대기에 남지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기계에 결제대기의 자기 전이가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맥락이 기대와 어긋난다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에이전트는 상태 기계대로 구현했다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둘 중 무엇이 옳은지는 사람이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결함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거절 뒤 재결제의 실패는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 결함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이었다. 수용 기준과 맥락이 서로 다른 말을 하고 있었다.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번의 시도에서 드러난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틀리지 않았다.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준 모델을 따랐고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 모델에 규칙이 없었다.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고칠 자리는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기계와 그것을 가리키는 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고친 뒤 같은 테스트가 한 번에 통과한다.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실패가 비싸지 않았던 이유는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센서가 세 번째 시도에서 멈춰 세웠기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때문이다.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재시도의 조건과 상한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실패의 유형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21346" y="1837690"/>
          <a:ext cx="5887720" cy="3873500"/>
        </p:xfrm>
        <a:graphic>
          <a:graphicData uri="http://schemas.openxmlformats.org/drawingml/2006/table">
            <a:tbl>
              <a:tblPr/>
              <a:tblGrid>
                <a:gridCol w="1673860"/>
                <a:gridCol w="226060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재시도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멈춤의 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호출 오류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상한 안에서 재시도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도구가 3회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메시지를 읽고 1회 고쳐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센서가 3회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판정할 수 없는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닿는 즉시 멈추고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권한·경계에 막힘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닿는 즉시 멈추고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재시도는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 오류에만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값을 한다. 나머지에서는 토큰과 시간만 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재시도할 것과 멈출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0629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숫자보다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중요하다. 세 번을 어디에 썼는지 남아야 다음 판단이 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멈춤은 실패가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설계된 종료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사람에게 넘길 자리를 미리 정해 둔 것이다.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에이전트는 상태를 지닌다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상태와 오류 누적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실패는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순간의 실패로 끝나지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앞의 결과 위에 다음 수를 쌓기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상태를 지니고 오류는 누적된다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오랜 시간 실행되며 여러 도구 호출에 걸쳐 상태를 유지한다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are stateful and errors compound. Agents can run for long periods of time, maintaining state across many tool calls.", [Anthropic 2025a]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효과적인 완화 수단이 없으면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작은 시스템 고장도 에이전트에게 치명적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일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"Without effective mitigations, minor system failures can be catastrophic for agents."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수에서 이름을 잘못 지으면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이름 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파일과 테스트가 쌓인다. 뒤에서 고치는 값이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그래서 실패는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빨리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드러나야 한다. 센서를 루프 안에 두는 이유가 여기에도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오래 도는 작업일수록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중간에 끊길 확률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커진다. 끊김은 예외가 아니라 조건이다.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진행의 저장과 되돌림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상태와 오류 누적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96326" y="3847985"/>
          <a:ext cx="49377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372360"/>
                <a:gridCol w="1617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이어 갈 때 읽는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단위마다의 코드와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마지막 녹색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진행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일과 남은 일과 멈춘 이유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수의 출발점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545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끊긴 작업은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처음부터가 아니라 이어서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간다. 그러려면 진행이 저장되어 있어야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다시 시작하는 것은 비싸고 사람을 지치게 하므로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오류가 난 지점에서 이어 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시스템을 만든다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"restarts are expensive and frustrating for users. Instead, we built systems that can resume from where the agent was when the errors occurred.", [Anthropic 2025a]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긴 작업의 핵심 어려움은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끊어진 세션들로 일해야 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것이다 — 새 세션은 앞의 기억 없이 시작한다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core challenge of long-running agents is that they must work in discrete sessions, and each new session begins with no memory of what came before."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2025d]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49535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"주문한다"가 진행을 남기는 두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40585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되돌림의 단위도 같다.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커밋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지우면 그 작업 단위만 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진행 기록은 사람에게도 쓸모가 있다. 멈춘 작업을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이어받을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때 읽는 것이 같다.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추적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왜 그렇게 했는지 남아 있지 않으면, 실패는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겪어 보는 수밖에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견고한 프레임워크는 상세한 추적과 로그를 남겨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추론의 궤적 전체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드러낸다 — 모델의 내적 독백과 고른 도구와 만들어 낸 인자와 관찰한 결과다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robust framework generates detailed traces and logs, exposing the entire reasoning trajectory: the model's internal monologue, the tool it chose, the parameters it generated, and the result it observed.", [Blount 외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운영 전 구간에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추적을 붙이면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왜 실패했는지 진단하고 문제를 체계적으로 고칠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"Adding full production tracing let us diagnose why agents failed and fix issues systematically."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추적이 답하는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읽었고 무엇을 불렀는가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결과만 보면 "왜"가 비어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"주문한다"의 추적에서 읽은 것은 하나다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상태 기계 문서를 읽은 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자기 전이 없이 구현했다는 사실이다.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프롬프트로도 실행마다 달라지므로, 실패한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실행의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되돌릴 자리 찾기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61046" y="2112010"/>
          <a:ext cx="5608320" cy="3873500"/>
        </p:xfrm>
        <a:graphic>
          <a:graphicData uri="http://schemas.openxmlformats.org/drawingml/2006/table">
            <a:tbl>
              <a:tblPr/>
              <a:tblGrid>
                <a:gridCol w="2037080"/>
                <a:gridCol w="1953260"/>
                <a:gridCol w="1617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물음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아니라면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그렇다면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돌리면 달라지는가?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물음으로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 오류 — 재시도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옳은가?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물음으로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맥락에 그 규칙이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파일·모델을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물음으로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경계가 막은 것인가?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쪼갠다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계약을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센서가 가리킨 실패를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원인이 된 결정까지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거슬러 올린다. 고치는 자리는 대개 코드가 아니다.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실패에서 결정으로 거슬러 오르기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순서가 중요하다.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 → 맥락 →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차례로 묻고, 코드는 그 결정이 고쳐진 뒤에 다시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고친 결정은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과제에서도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같은 실패를 막는다. 코드만 고치면 그 효과가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 자리가 여럿이면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위의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부터 고친다. 명세가 틀린 채로 맥락을 고치면 둘 다 틀린다.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작업 상태 기계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14884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멈춤과 되돌림의 조건을 미리 그려 두면, 실패한 자리에서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할지 즉흥으로 정하지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가지 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완료는 센서의 증거로, 중단은 사람의 판단으로 닿는다. 둘 다 정상이다.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 확인에서 갈린다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환경 오류면 이어 가고, 그 밖의 유형이면 결정을 고쳐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새 과제로 다시 맡긴다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상태를 적어 두면 에이전트의 보고도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같은 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돌아온다.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10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상태 기계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532423" y="3648456"/>
            <a:ext cx="8079154" cy="129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표류와 정리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저장소에 있는 것을 보고 배운다. 그래서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 들어온 나쁜 패턴은 복제된다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저장소에 이미 있는 패턴을 복제한다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고르지 않거나 최선이 아닌 것까지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복제하므로 시간이 지나면 반드시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이어진다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"Codex replicates patterns that already exist in the repository—even uneven or suboptimal ones. Over time, this inevitably leads to drift.", 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우리 팀은 매주 금요일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(주의 20%)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AI가 남긴 지저분한 코드를 치우는 데 썼지만 당연하게도 그 방식은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확장되지 않았다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"Our team used to spend every Friday (20% of the week) cleaning up "AI slop." Unsurprisingly, that didn't scale."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대신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골든 프린시플이라 부르는 원칙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저장소에 직접 적어 넣고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주기적으로 정리하는 과정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만들었다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started encoding what we call "golden principles" directly into the repository and built a recurring cleanup process"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표류는 실패로 드러나지 않는다. 테스트는 녹색이고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코드만 조금씩 나빠진다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손으로 치우는 방식은 에이전트의 속도를 따라가지 못한다.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파일과 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적고, 정리는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주기로 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"주문한다"에서 정리의 대상은 중복된 테스트 대역과 쓰이지 않는 설정이다. 한 번에 하나씩 작업 단위로 맡긴다.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무한 재시도와 실패 숨기기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2112010"/>
          <a:ext cx="597154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265176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막는 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무한 재시도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실패에 토큰과 시간을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실패 3회의 상한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 바꾸기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테스트가 통과하고 규칙이 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 파일의 쓰기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 숨기기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건너뛴 테스트가 녹색으로 보인다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건너뜀을 실패로 세는 설정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상한 없는 재시도는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비용만 쌓는다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그보다 나쁜 것은 실패를 통과로 바꾸는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관행과 막는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셋 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보기 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일어난다. 그래서 가드레일과 센서가 겹쳐 있어야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재시도의 기록이 없으면 무한 재시도는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비싼 성공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처럼 보인다. 멈춘 횟수와 이유를 남긴다.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내구성 없는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개발에서는 되는데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운영에서 무너지는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흐름이 있다. 끊기면 진행이 사라지는 작업이다.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흐름에서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내구성을 무시하는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여러 팀에서 본 안티패턴이며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개발에서는 되지만 운영에서 실패하는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시스템을 낳는다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"Ignoring durability in agent workflows is an anti-pattern we've seen across many teams, resulting in systems that work in development but fail in production.", [Thoughtworks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팀은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설계 의도와 숨은 결합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놓치고 이것이 늘어나는 기술 부채와 맞물려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시스템을 점점 더 이해하기 어렵게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만드는 고리를 이룬다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"teams can lose track of design intent and hidden coupling. This, combined with rising technical debt, creates a reinforcing loop that makes systems progressively harder to reason about."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끊김은 네트워크·시간 초과·사람의 중단으로 온다.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돌리면 되는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처음부터 해야 하는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값은 다르다.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속도가 올라가면 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코드를 모르는 채로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쌓인다. 정리와 리뷰를 같이 올리지 않으면 다음 과제의 판단이 흐려진다.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실습 — 실패·복구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9의 하네스 배치로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"배송지를 변경한다"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진행하고, 드러난 실패를 LLM과 함께 진단해 되돌릴 자리를 정하고 점검 항목으로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9의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하네스 배치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실습 5의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실습 3의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① "배송지를 변경한다를 맡겼더니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회차 상태별 적용이 틀렸다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이 실패를 명세 결함·맥락 누락·환경 오류·모델 한계로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진단하고 근거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적어줘."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② "진단한 실패마다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되돌릴 자리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(명세·맥락·경계·하네스)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와 다시 맡길 입력을 적고, 작업의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상태와 전이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상태 기계로 그려줘."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다시 돌리면 달라지는지로 환경 오류를 먼저 갈랐는가?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근거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진단의 근거가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본 것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(센서 출력·추적)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인가, 짐작인가?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되돌릴 자리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코드가 아니라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고쳤는가?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기대값 → 맥락 → 경계의 차례로 물었는가?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멈춤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상한과 멈출 조건이 상태 기계에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이어 가기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끊긴 작업을 처음이 아니라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이어서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진행할 수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"배송지를 변경한다"의 실패 진단과 되돌림, 작업 상태 기계. 실습 11의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실패는 다시 돌릴 일이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빠졌는지 가리키는 신호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고칠 자리는 대개 코드가 아니다.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 대응의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유형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 결함·맥락 누락·환경 오류·모델 한계로 가른다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다시 돌리면 달라지는가, 사람이 정할 것이 빠졌는가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재시도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환경 오류에만 쓰고 상한에서 멈춘다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상태를 지니므로 실패가 빨리 드러나야 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이어 가기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커밋과 진행 기록으로 처음이 아니라 중간에서 잇는다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읽고 무엇을 불렀는지가 남아야 진단된다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복제된 패턴은 정리를 주기로 돌려 되돌린다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11. 평가 세트와 운영 점검 —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 보안·비용·모델 변경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 — 한 번 고친 실패가 다시 나지 않는지를 평가 세트로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실패 진단과 되돌림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2557780"/>
                <a:gridCol w="947420"/>
                <a:gridCol w="2679700"/>
                <a:gridCol w="21209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요청됨 회차에 알리지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 결함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기준에 그 회차의 예가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명세서의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배송중 회차의 배송지를 바꿨다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누락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 기계에 적용 범위가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파일의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호출이 한 번 실패했다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 오류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입력에 두 번째는 성공한다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 — 상한 안에서 재시도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"배송지를 변경한다"에서 드러난 실패는 셋이고, 그중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재시도로 푸는 것은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나머지 둘은 명세와 맥락으로 되돌린다.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실패의 진단과 되돌릴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고치는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예를 먼저 더하고, 그 예가 가리키는 상태 기계를 맞춘다.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맡길 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고친 명세와 맥락으로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새 과제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만든다. 멈춘 과제를 이어 가지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상태 기계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"배송지를 변경한다"의 작업도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완료와 중단의 두 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가진다. 멈춤의 조건은 상한과 판정할 수 없는 결정이다.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멈출 조건 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같은 실패 3회와 공휴일 규칙처럼 사람이 정할 결정이다.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 확인에서 갈린다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환경 오류는 이어 가고, 명세·맥락의 결함은 고쳐 새로 맡긴다.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10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배송지를 변경한다의 작업 상태 기계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685800" y="2147976"/>
            <a:ext cx="7772400" cy="1215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10. 실패 대응·재시도·복구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요청됨 회차의 예를 더한다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실패가 가리킨 빈칸이다. 수용 기준과 테스트가 함께 늘어난다.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5)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상태 기계에 적용 범위를 적는다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예정·배송 요청됨·배송중·배송됨에서 무엇이 달라지는지 한 줄씩.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하네스 배치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9)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재시도의 기록을 남긴다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센서 실패와 재시도 횟수를 진행 기록에 적어 다음 판단의 근거로 쓴다.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예와 맥락 파일의 상태 기계. 실습 11의 평가 세트가 이 둘을 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환경 오류의 발생 횟수. 추세가 보일 때만 다시 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맑은 고딕</vt:lpstr>
      <vt:lpstr>Arial</vt:lpstr>
      <vt:lpstr>Wingdings</vt:lpstr>
      <vt:lpstr>4_Office 테마</vt:lpstr>
      <vt:lpstr>10. 실패 대응·재시도·복구 목차</vt:lpstr>
      <vt:lpstr>01. 세션 목표</vt:lpstr>
      <vt:lpstr>02. 재시도는 복구가 아니다</vt:lpstr>
      <vt:lpstr>네 유형 03. 실패의 유형</vt:lpstr>
      <vt:lpstr>주문한다의 진단 03. 실패의 유형</vt:lpstr>
      <vt:lpstr>재시도의 조건과 상한 03. 실패의 유형</vt:lpstr>
      <vt:lpstr>에이전트는 상태를 지닌다 04. 상태와 오류 누적</vt:lpstr>
      <vt:lpstr>진행의 저장과 되돌림 04. 상태와 오류 누적</vt:lpstr>
      <vt:lpstr>05. 추적</vt:lpstr>
      <vt:lpstr>06. 되돌릴 자리 찾기</vt:lpstr>
      <vt:lpstr>07. 작업 상태 기계</vt:lpstr>
      <vt:lpstr>08. 표류와 정리</vt:lpstr>
      <vt:lpstr>무한 재시도와 실패 숨기기 09. 잘못된 관행</vt:lpstr>
      <vt:lpstr>내구성 없는 작업 09. 잘못된 관행</vt:lpstr>
      <vt:lpstr>10. 실습 — 실패·복구</vt:lpstr>
      <vt:lpstr>11. 요약</vt:lpstr>
      <vt:lpstr>실패 진단과 되돌림 (안) 별첨. 실습 답</vt:lpstr>
      <vt:lpstr>작업 상태 기계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10. 실패 대응·재시도·복구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