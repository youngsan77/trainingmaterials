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여기서는 에이전트가 알아야 할 지식을 정한다.</a:t>
            </a:r>
          </a:p>
          <a:p>
            <a:pPr lvl="0"/>
            <a:r>
              <a:rPr lang="ko-KR" sz="1200"/>
              <a:t>기준 원전은 [Anthropic 2025c]이며, 저장소와 지도는 [Lopopolo 2026]의 경험을 쓴다.</a:t>
            </a:r>
          </a:p>
          <a:p>
            <a:pPr lvl="0"/>
            <a:r>
              <a:rPr lang="ko-KR" sz="1200"/>
              <a:t>용어집·도메인 모델·상태 기계·온톨로지의 뜻은 "세션 01. AI 협업의 특성과 사람의 판단 책임"의 「04. 업무 규칙의 명시」에서 이미 정의했다. 여기서는 그중 무엇을 골라 주는가를 다룬다.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두 인용은 같은 글의 정의와 지침이다.</a:t>
            </a:r>
          </a:p>
          <a:p>
            <a:pPr lvl="0"/>
            <a:r>
              <a:rPr lang="ko-KR" sz="1200"/>
              <a:t>두 번째 인용은 "세션 01. AI 협업의 특성과 사람의 판단 책임"의 「03. AI가 바꾼 것과 바꾸지 못한 것」의 「맥락의 한계」에서 이미 보였다. 여기서는 고르는 기준으로 다시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글에서 프롬프트 엔지니어링과 비교한 문장을 확인했다.</a:t>
            </a:r>
          </a:p>
          <a:p>
            <a:pPr lvl="0"/>
            <a:r>
              <a:rPr lang="ko-KR" sz="1200"/>
              <a:t>첫 시도의 실패("세션 01. AI 협업의 특성과 사람의 판단 책임")는 지시가 짧아서가 아니라 업무 규칙이 맥락에 없어서였다. 질문으로 되짚는다.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"A note on context: why minimal high-signal tokens" 논의에서 두 문장을 확인했다.</a:t>
            </a:r>
          </a:p>
          <a:p>
            <a:pPr lvl="0"/>
            <a:r>
              <a:rPr lang="ko-KR" sz="1200"/>
              <a:t>둘째 인용은 들여쓴 bullet 인용이다(session-authoring-guide.md의 「5. 인용과 출처」).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맥락 부패는 [Anthropic 2025c]가 쓴 용어이며, 그 글이 needle-in-a-haystack 연구를 근거로 든다. 파일의 노후화는 [Lopopolo 2026]의 "one big AGENTS.md" 실패 경험이다.</a:t>
            </a:r>
          </a:p>
          <a:p>
            <a:pPr lvl="0"/>
            <a:r>
              <a:rPr lang="ko-KR" sz="1200"/>
              <a:t>갱신을 기계로 확인하는 방법(문서 린터·검사 작업)은 "세션 09. 검증 하네스·결과 점검·피드백"에서 센서로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갈래는 [Anthropic 2025c]가 맥락의 구성 요소로 든 것(시스템 지시·도구·예시·가져오는 정보)을 사례에 맞춰 정리한 것이다.</a:t>
            </a:r>
          </a:p>
          <a:p>
            <a:pPr lvl="0"/>
            <a:r>
              <a:rPr lang="ko-KR" sz="1200"/>
              <a:t>도구는 다음 세션의 주제이므로 이름만 짚고 넘어간다.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시스템 프롬프트 논의에서 두 문장을 확인했다. 원문은 이 높이를 "right altitude"로 부른다.</a:t>
            </a:r>
          </a:p>
          <a:p>
            <a:pPr lvl="0"/>
            <a:r>
              <a:rPr lang="ko-KR" sz="1200"/>
              <a:t>표의 세 문장은 같은 업무 규칙을 높이만 바꿔 쓴 것이다. 수강생에게 가운데 줄만 남기는 이유를 묻는다.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"just in time" 전략 설명에서 확인했다.</a:t>
            </a:r>
          </a:p>
          <a:p>
            <a:pPr lvl="0"/>
            <a:r>
              <a:rPr lang="ko-KR" sz="1200"/>
              <a:t>"주문한다"에서 결제 연동 매뉴얼은 가리키기만 한다. 통째로 준 결과는 「11. 잘못된 관행」에서 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원문은 저장소의 지식 기반을 기록의 원천(system of record)으로 삼았다고 쓴다.</a:t>
            </a:r>
          </a:p>
          <a:p>
            <a:pPr lvl="0"/>
            <a:r>
              <a:rPr lang="ko-KR" sz="1200"/>
              <a:t>주문 사례에서는 업무 담당자와 30분 회의로 정한 업무 규칙("세션 03. 요구의 구체화와 명세")이 저장소로 옮겨야 할 첫 지식이다.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"one big AGENTS.md"의 실패를 네 가지로 든다 — 맥락을 밀어냄, 지침이 아니게 됨, 낡아 감, 검증이 어려움.</a:t>
            </a:r>
          </a:p>
          <a:p>
            <a:pPr lvl="0"/>
            <a:r>
              <a:rPr lang="ko-KR" sz="1200"/>
              <a:t>낡아 가는 문제는 「03. 주의 예산과 맥락 부패」에서 이미 보았다. 여기서는 나머지 세 가지를 짚는다.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지도와 목차는 [Lopopolo 2026], 점진적 공개의 정의는 [Anthropic 2025c]에서 확인했다. [Lopopolo 2026]도 같은 이름을 쓴다.</a:t>
            </a:r>
          </a:p>
          <a:p>
            <a:pPr lvl="0"/>
            <a:r>
              <a:rPr lang="ko-KR" sz="1200"/>
              <a:t>[Thoughtworks 2026]은 progressive context disclosure를 Trial로 둔다. 자리 잡아 가는 기법이라는 신호다.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공개 형식 [AGENTS.md]를 쓰면 도구가 바뀌어도 같은 파일을 읽는다. vendor 독립성은 "세션 11. 평가 세트와 운영 점검 — 보안·비용·모델 변경"에서 다룬다.</a:t>
            </a:r>
          </a:p>
          <a:p>
            <a:pPr lvl="0"/>
            <a:r>
              <a:rPr lang="ko-KR" sz="1200"/>
              <a:t>[Lopopolo 2026]의 맥락 파일은 약 100줄이다. 주문 사례는 과제가 하나여서 더 짧다.</a:t>
            </a:r>
          </a:p>
          <a:p>
            <a:pPr lvl="0"/>
            <a:r>
              <a:rPr lang="ko-KR" sz="1200"/>
              <a:t>네 번째 묶음이 「04. 맥락의 구성」의 「필요할 때 가져오기」를 실제로 적용한 자리다.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본질적·우연적 복잡성은 "세션 01. AI 협업의 특성과 사람의 판단 책임"의 「03. AI가 바꾼 것과 바꾸지 못한 것」의 「본질적 복잡성과 우연적 복잡성」에서 [Brooks 1986]으로 정의했다.</a:t>
            </a:r>
          </a:p>
          <a:p>
            <a:pPr lvl="0"/>
            <a:r>
              <a:rPr lang="ko-KR" sz="1200"/>
              <a:t>정보공학의 자료 흐름도와 ERD는 한 방법 안의 두 관점이며 따로 쓰는 기법이 아니다. 분석 기법 자체는 "객체지향 분석과 설계 실무" 과정이 다룬다.</a:t>
            </a:r>
          </a:p>
          <a:p>
            <a:pPr lvl="0"/>
            <a:r>
              <a:rPr lang="ko-KR" sz="1200"/>
              <a:t>분석 모델을 형식 언어로 적은 것이 온톨로지다. 수단의 비교는 "세션 01. AI 협업의 특성과 사람의 판단 책임"의 「04. 업무 규칙의 명시」에 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모델의 이름은 분석 모델이므로 한글이다. 설계 이름으로 바꾸는 자리는 아래 「OOAD·DDD와의 관계」에서 짚는다.</a:t>
            </a:r>
          </a:p>
          <a:p>
            <a:pPr lvl="0"/>
            <a:r>
              <a:rPr lang="ko-KR" sz="1200"/>
              <a:t>상태 기계를 다시 그리지 않고 "세션 01. AI 협업의 특성과 사람의 판단 책임"의 「04. 업무 규칙의 명시」의 「모델로 보이는 업무 규칙」을 가리킨다. 같은 지식을 두 곳에 두지 않는다.</a:t>
            </a:r>
          </a:p>
          <a:p>
            <a:pPr lvl="0"/>
            <a:r>
              <a:rPr lang="ko-KR" sz="1200"/>
              <a:t>다중성 1..*는 주문 항목이 없는 주문을 금지한다. 에이전트가 빈 주문을 만들지 않는 근거다.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보편 언어 인용([Evans 2015])은 "세션 01. AI 협업의 특성과 사람의 판단 책임"의 「04. 업무 규칙의 명시」에 있다. 여기서는 맥락으로 쓰는 쪽만 다룬다.</a:t>
            </a:r>
          </a:p>
          <a:p>
            <a:pPr lvl="0"/>
            <a:r>
              <a:rPr lang="ko-KR" sz="1200"/>
              <a:t>영한 대응과 명명 규칙의 원천은 course-design.md의 「영한 용어집과 명명 규칙」이다.</a:t>
            </a:r>
          </a:p>
          <a:p>
            <a:pPr lvl="0"/>
            <a:r>
              <a:rPr lang="ko-KR" sz="1200"/>
              <a:t>유스케이스·도메인 모델을 만드는 법은 "객체지향 분석과 설계 실무" 과정이 맡는다.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 custom linter와 구조 테스트로 강제했다.</a:t>
            </a:r>
          </a:p>
          <a:p>
            <a:pPr lvl="0"/>
            <a:r>
              <a:rPr lang="ko-KR" sz="1200"/>
              <a:t>의존 규칙의 원천은 course-design.md의 공통 전제다. 패키지 다이어그램은 클래스 이름만 보인다.</a:t>
            </a:r>
          </a:p>
          <a:p>
            <a:pPr lvl="0"/>
            <a:r>
              <a:rPr lang="ko-KR" sz="1200"/>
              <a:t>경계를 정하는 판단 자체는 "객체지향 분석과 설계 실무" 과정의 구조 설계가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축과 넣는 기준은 course-design.md의 「요구에서 코드까지의 경로」이며, "세션 03. 요구의 구체화와 명세"의 「명세의 알맞은 수준과 경로」에서 명세의 높이로 다뤘다.</a:t>
            </a:r>
          </a:p>
          <a:p>
            <a:pPr lvl="0"/>
            <a:r>
              <a:rPr lang="ko-KR" sz="1200"/>
              <a:t>LLM이 문서를 싸게 만들어도 검토 비용과 주의 예산은 그대로다. 그래서 싸다는 이유로 더하지 않는다.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비용은 쓰는 노력과 창을 차지하는 양을, 효과는 결과가 달라지는 정도를 뜻한다. 표의 판정은 주문 사례의 판단이며 일반 순위가 아니다.</a:t>
            </a:r>
          </a:p>
          <a:p>
            <a:pPr lvl="0"/>
            <a:r>
              <a:rPr lang="ko-KR" sz="1200"/>
              <a:t>5순위를 통째로 준 결과가 「11. 잘못된 관행」의 사례다.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장기 과제 논의에서 세 방법의 이름을 확인했다.</a:t>
            </a:r>
          </a:p>
          <a:p>
            <a:pPr lvl="0"/>
            <a:r>
              <a:rPr lang="ko-KR" sz="1200"/>
              <a:t>기능 목록과 진행 기록은 "세션 04. 수용 기준과 검증 가능한 작업 단위"의 「기능 목록과 점진적 진행」에서 [Anthropic 2025d]로 다뤘다. 실패 뒤 이어받기는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2025c]는 긴 규칙 목록 대신 다양한 정규 예시(canonical examples)를 권한다.</a:t>
            </a:r>
          </a:p>
          <a:p>
            <a:pPr lvl="0"/>
            <a:r>
              <a:rPr lang="ko-KR" sz="1200"/>
              <a:t>200쪽 매뉴얼 장면은 course-design.md의 강의 시나리오이며, "세션 01. AI 협업의 특성과 사람의 판단 책임"의 「03. AI가 바꾼 것과 바꾸지 못한 것」의 「맥락의 한계」가 이 세션을 가리킨다.</a:t>
            </a:r>
          </a:p>
          <a:p>
            <a:pPr lvl="0"/>
            <a:r>
              <a:rPr lang="ko-KR" sz="1200"/>
              <a:t>발췌의 위험도 말한다 — 사람이 잘못 발췌하면 그 오류가 그대로 간다. 그래서 규격은 가리키는 쪽이 낫다.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[Thoughtworks 2026]은 agent instruction bloat를 Caution으로 둔다. 널리 생기는 문제라는 신호다.</a:t>
            </a:r>
          </a:p>
          <a:p>
            <a:pPr lvl="0"/>
            <a:r>
              <a:rPr lang="ko-KR" sz="1200"/>
              <a:t>규칙을 검사로 옮기는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맥락 파일에 코딩 규칙(들여쓰기·커밋 메시지)을 채우려 한다. 점검 1·2로 지우게 한다.</a:t>
            </a:r>
          </a:p>
          <a:p>
            <a:pPr lvl="0"/>
            <a:r>
              <a:rPr lang="ko-KR" sz="1200"/>
              <a:t>점검 6의 멈출 조건은 다음 세션의 위임 계약으로 이어진다. 여기서는 한 줄만 둔다.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파일의 멈출 조건 한 줄이 다음 세션의 위임 계약으로 자란다. 실습 5의 결과물을 그대로 입력으로 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30줄 안쪽을 지키려고 규칙을 지웠다. 지운 규칙은 docs/의 문서에 있다.</a:t>
            </a:r>
          </a:p>
          <a:p>
            <a:pPr lvl="0"/>
            <a:r>
              <a:rPr lang="ko-KR" sz="1200"/>
              <a:t>2의 다섯 줄이 "신청한다"의 판단을 바꾸는 전제다. 더 줄이면 추측이 생긴다.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배송지 변경을 지금 주면 에이전트가 회차에 변경 이력을 미리 넣는다. 범위 밖 맥락이 설계를 바꾼 예다.</a:t>
            </a:r>
          </a:p>
          <a:p>
            <a:pPr lvl="0"/>
            <a:r>
              <a:rPr lang="ko-KR" sz="1200"/>
              <a:t>값(회차 7개·70,000원)은 "세션 03. 요구의 구체화와 명세"의 실습 답에서 정한 교육용 값이다.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기계를 나눈 것은 맥락 파일을 쓰다가 드러난 발견이다. 문서의 크기가 아니라 가리킬 단위가 기준이다.</a:t>
            </a:r>
          </a:p>
          <a:p>
            <a:pPr lvl="0"/>
            <a:r>
              <a:rPr lang="ko-KR" sz="1200"/>
              <a:t>용어집의 보완은 "세션 01. AI 협업의 특성과 사람의 판단 책임"의 「04. 업무 규칙의 명시」가 보인 판매가·단가 구분과 같은 판단이다. 실습에서 같은 일이 반복되는 것을 짚는다.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패키지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프롬프트 엔지니어링과 다른 점과, 맥락을 고르는 일이 반복되는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맥락을 늘리는 것이 공짜가 아님을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지시·도구·예시·가져온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시스템 지시를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볼 수 없는 지식은 없는 것이므로,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기록의 원천으로 삼고 맥락 파일을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(용어집·정적·동적 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경계·의존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과제의 판단을 바꾸는 것만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비용 대비 효과로 맥락의 적정량과 순서를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추론하는 동안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최적의 토큰을 골라 유지하는 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집합이다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refers to the set of strategies for curating and maintaining the optimal set of tokens (information) during LLM inference",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가진 창에 들어갈 정보를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선별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과제가 진행되는 동안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낡은 정보를 덜어내고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것을 넣는다.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원하는 결과가 나올 가능성을 가장 높이는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고신호 토큰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 엔지니어링은 바라는 결과가 나올 가능성을 극대화하는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엔지니어링과의 차이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2898948"/>
          <a:ext cx="5496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86944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 문장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창에 들어갈 정보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시킬 때 한 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차례마다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문구를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것과 주지 않을 것을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의도를 잘못 알아듣는다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알아야 할 것을 모른 채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번의 지시를 잘 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맥락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매 차례 무엇을 넣을지 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고르는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반복되며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모델에 무엇을 넘길지 결정할 때마다 선별 단계가 일어난다, "iterative and the curation phase happens each time we decide what to pass to the model.",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 맥락 엔지니어링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대체가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잘 써도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판단에 필요한 지식이 없으면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빈칸을 추측으로 채운다.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넣는 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따른다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토큰이 늘면 모델이 쓸 수 있는 주의가 줄어든다.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LLM도 사람처럼 어느 지점에서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집중을 잃거나 혼란을 겪는다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"LLMs, like humans, lose focus or experience confusion at a certain point",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LLM은 많은 맥락을 해석할 때 끌어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가진다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 have an "attention budget" that they draw on when parsing large volumes of context"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창이 크다는 것과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 한도가 남아 있어도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주의는 먼저 바닥난다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넣을 때마다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토큰은 모두 예산을 깎으므로, 넣는 근거가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(context rot)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맥락이 길어질수록 그 안의 정보를 정확히 떠올리는 능력이 떨어지는 현상이다.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창의 토큰이 늘수록 모델이 그 맥락에서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정확히 떠올리는 능력이 떨어진다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 the number of tokens in the context window increases, the model's ability to accurately recall information from that context decreases",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낡아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하나의 큰 지시 파일은 유지하는 사람이 사라지면서 틀린 규칙의 저장소가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지시 파일은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규칙의 무덤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에이전트는 무엇이 아직 참인지 알 수 없고 사람은 유지를 멈춘다, "It rots instantly. A monolithic manual turns into a graveyard of stale rules. Agents can't tell what's still true, humans stop maintaining it",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가지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실행에서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주의가 흩어지는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과, 시간이 지나며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내용이 틀려지는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처방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작게 나누고, 바뀐 곳만 고치고, 기계로 갱신을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026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한 덩어리가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나누어 각각 무엇을 담을지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목표와 지킬 규칙. 늘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가장 비싸다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쓸 수 있는 일의 목록. 다음 세션에서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결과의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사례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규칙을 길게 쓰는 대신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그때 읽는 저장소의 파일.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미리 올리지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887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532584" y="3526536"/>
            <a:ext cx="2078831" cy="272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시스템 지시의 추상화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3411566"/>
          <a:ext cx="6642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620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쓴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필드에 판매가를 넣고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지시해 판단을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올바르게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올바른지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쓴다. 너무 낮으면 규칙을 늘어놓게 되고, 너무 높으면 판단할 근거가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아주 명확하고 단순한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알맞은 추상화 수준에서 생각을 제시해야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기대하는 행동을 온전히 드러내는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정보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목표로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should be striving for the minimal set of information that fully outlines your expected behavior"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금액을 세 수준으로 쓴 지시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2166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규칙으로 말할 수 있는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높이다.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필요할 때 가져오기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지식을 미리 올리지 않고,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가벼운 가리킴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주고 에이전트가 그때 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"그때그때" 방식의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경로·질의·링크 같은 가벼운 식별자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들고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실행 중에 그것으로 데이터를 불러온다, "maintain lightweight identifiers (file paths, stored queries, web links, etc.) and use these references to dynamically load data into context at runtime",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올리는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과제가 쓰는 것만 둔다. 용어집, 상태 기계처럼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판단의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과제에 따라 필요한 것을 둔다. 연동 매뉴얼, 과거 설계 기록처럼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양이 큰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가리킴이 작동할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안에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있고, 이름이 내용을 알려 주어야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중에 볼 수 없는 지식은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회의에서 합의한 규칙도 저장소에 없으면 반영되지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관점에서 실행 중 맥락으로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접근할 수 없는 것은 존재하지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"From the agent's point of view, anything it can't access in-context while running effectively doesn't exist. Knowledge that lives in Google Docs, chat threads, or people's heads are not accessible to the system.",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정한 규칙, 설계 결정, 미정으로 남긴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버전이 관리되는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마크다운·코드·테스트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둔다. 형식보다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찾을 수 있음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덤으로 얻는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새로 들어와도 같은 곳을 읽는다.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359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볼 수 있는 것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301689" y="4673692"/>
            <a:ext cx="4540622" cy="112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하나의 큰 파일이 실패하는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 하나에 모든 지침을 담으면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지침이 너무 많으면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모든 것이 중요하면 중요한 것이 없고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에이전트는 의도대로 찾아가는 대신 가까운 패턴을 흉내 낸다, "Too much guidance becomes non-guidance. When everything is "important," nothing is. Agents end up pattern-matching locally instead of navigating intentionally.",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밀어낸다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큰 지시 파일이 창을 차지해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코드와 문서가 들어갈 자리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덩어리는 최신인지 기계로 확인하기 어렵다.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지도와 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백과사전이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작은 진입점을 주고 어디를 볼지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1,000쪽 지시서가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 Codex a map, not a 1,000-page instruction manual",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맥락 파일을 백과사전이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목차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"instead of treating AGENTS.md as the encyclopedia, we treat it as the table of contents"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이렇게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(progressive disclosure)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가능하다. 에이전트는 작고 안정된 입구에서 시작해 다음에 볼 곳을 배운다.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탐색으로 필요한 맥락을 차츰 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"progressive disclosure—in other words, allows agents to incrementally discover relevant context through exploration.",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맥락 파일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정하면 주문이 생기고, 결제가 승인되면 배송을 요청한다.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판매가와 단가를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docs/order-state.md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없는 전이를 만들지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업무 패키지는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약 30줄의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 각 줄이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어느 파일을 왜 보는지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말하고, 규칙 자체는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테스트가 통과해야 완료다. 테스트를 끄거나 지우지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연동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모델이 명시하는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0370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개념·관계·상태·업무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 시점의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패키지가 결제를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저장·통신·형식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열의 자료형과 질의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 모델은 업무의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적고, 구현 수단은 적지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분석 모델과 그 바깥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나누는가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섞어 적으면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규칙과 수단을 구분하지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역사적 뿌리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정보공학은 자료 흐름과 정보 구조를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함께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적어 업무를 분석했고, 객체지향 분석은 같은 업무를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책임과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짝을 이룬다. 하나만 주면 에이전트가 나머지를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주문 항목에 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상품의 판매가와 다른 자리다.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거절이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결제대기에 머무는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둘이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"거절되면 취소됨"이라는 추측이 생기지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정적 모델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331308" y="3176016"/>
            <a:ext cx="2481385" cy="79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OOAD·DDD와의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2112010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590040"/>
                <a:gridCol w="1897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 업무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단가,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한글과 영문의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— 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모델·코드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 설계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OrderItem.unitPrice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설계와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둘을 잇는 것이 용어집이다.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용어집이 잇는 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DDD의 보편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대화와 코드가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같은 언어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쓴다는 원칙이다. 용어집이 그 언어의 뼈대다.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주는 효과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용어집이 있으면 한글 명세를 영문 코드로 옮길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이름을 지어내지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633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경계와 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있는 패턴을 흉내 내므로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구조를 먼저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엄격한 경계와 예측 가능한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가장 잘 일한다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most effective in environments with strict boundaries and predictable structure",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의존의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연동·저장 패키지를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import하지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순환이 없어야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변경의 파급을 예측할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규칙으로 적는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말로 한 구조는 지켜지지 않는다. 규칙은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252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432538" y="3962954"/>
            <a:ext cx="4278923" cy="216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2112010"/>
          <a:ext cx="468630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61798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경계·의존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용어집·분석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더 적을지는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복잡성과 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사다리처럼 차례로 더하지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고른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"주문한다"의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3가지와 외부 연동이 있어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둘 다 중간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용어집·분석 모델과 의존 규칙을 함께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문서가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확인을 바꾸는가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 바꾸지 않으면 넣지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우선순위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6166" y="2112010"/>
          <a:ext cx="4958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947420"/>
                <a:gridCol w="8890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단가가 놓일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연동을 부르는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여유가 부족하면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 대비 효과가 큰 것부터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순서는 과제의 복잡성이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"주문한다"에서 고른 순서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 자주 쓰이는 것이다. 용어집 한 장이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금액 추측을 없앴다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쓰이는 것이다. 연동 규격은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경로로만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순위는 고정이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기술 복잡성이 큰 과제는 의존 규칙이 먼저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736850"/>
          <a:ext cx="613918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압축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대화를 요약해 창을 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작업 단위의 기록을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구조화한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진행을 저장소 파일에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목록의 상태를 갱신한다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좁은 과제를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조사만 떼어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번의 창에 들어가지 않는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맥락을 줄이거나 넘기는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잇는다.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맥락의 제약을 직접 다루는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압축·구조화한 노트·하위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"compaction, structured note-taking, and multi-agent architectures",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가지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1745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노트가 저장소에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다음 실행이 이어 받는다. 대화에만 있으면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요약은 정보를 잃는다.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기대값과 미정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요약하지 않고 파일로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쏟아붓기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주는 것이 안전하지 않다. 결제 연동 매뉴얼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200쪽을 통째로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주자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옛 API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틀렸나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매뉴얼에는 현행과 폐기된 규격이 함께 있었고,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가까운 패턴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골랐다.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했어야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 과제가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 요청 규격만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발췌하거나 경로로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모습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가장자리 경우를 지시에 적는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모든 규칙을 적으려고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가장자리 경우의 긴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프롬프트에 밀어 넣는 일이 많다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행동을 보이는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 몇 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둔다. 수용 기준의 허용·거절 예시가 그것이다.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지시 비대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2260600"/>
                <a:gridCol w="17297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번의 실수마다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재발을 막으려고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 검사로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설명이 길어진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문서로 옮기고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과제의 규칙이 남음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지우는 사람이 없어서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과제의 줄을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늘어나기만 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규칙을 더할 때마다 지침의 힘이 약해진다.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비대해지는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곳이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지킬 규칙은 지시보다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잘 지킨다. 검사의 오류 메시지가 고칠 방법을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지우는 일을 일정에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더하는 일만 하면 부패는 반드시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맥락 패키지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4의 수용 기준과 정기배송 모델 패키지를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것·주지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"저장소의 맥락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(AGENTS.md)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30줄 안쪽의 지도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써줘. 규칙은 담지 말고 어느 문서를 왜 읽는지만 적어줘. 그리고 신청한다 과제에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나누고, 주지 않는 이유를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지도인가?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규칙을 담지 않고 읽을 문서를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주는 것마다 "신청한다"의 결과를 바꾸는 이유가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빠진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(가격·회차 금액)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두 상태 기계를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배송지 변경·해지처럼 이번 과제 밖의 것을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큰 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(연동 규격)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통째로 담지 않고 경로로 두었는가?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할 때 묻게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줄 것·주지 않을 것. 실습 6의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구성의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차례마다 무엇을 넣을지 고르고 유지하는 일. 프롬프트 다듬기와 다르다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주의 예산을 깎고 맥락 부패를 부른다. 근거가 필요하다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지시는 알맞은 추상화 수준으로, 큰 지식은 필요할 때 가져오게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볼 수 없는 지식은 없는 것이다. 맥락 파일은 백과사전이 아니라 지도다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도메인·설계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용어집, 정적·동적 모델, 경계와 의존 규칙에서 판단을 바꾸는 것만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복잡성의 두 축으로 범위를, 비용 대비 효과로 순서를 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받은 에이전트가 무엇을 쓰고 어디까지 바꿀 수 있는지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파일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"신청한다"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신청하고 결제하면, 정기배송이 확정되고 회차가 예정으로 생긴다.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가격과 회차 금액을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docs/subscription-state.md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거절은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docs/delivery-round-state.md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회차는 예정으로 생긴다.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docs/requirements.md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"신청한다"의 범위와 제외.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 과제가 읽을 문서를 가리키는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이며, 규칙은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기준의 테스트가 통과해야 완료다. 테스트를 끄지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정해진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수·회차 금액·만료일은 요구사항 정의서의 값을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미리 올린다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가격과 회차 금액을 가른다. 10,000원을 추측하지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거절이 결제 대기를 유지한다는 전이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회차가 예정으로 생긴다는 초기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7개·70,000원·만료일 2월 2일의 근거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연동을 부르는 자리를 가른다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가리킨다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양이 크고 승인 요청에만 쓴다. 경로로 둔다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결과를 바꾸는 것만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준다. 나머지는 가리키거나 뺀다.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배송지 변경·해지·만료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과제 밖이다. 실습 10의 입력이 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월별 청구·반품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개발하지 않는 범위다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코딩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결과를 바꾸지 않는다. 검사로 강제한다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판단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미리 올림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작업 단위가 쓰는 전제인가?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문서를 나눈다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기계를 정기배송과 회차의 두 파일로 나눈다. 맥락 파일이 따로 가리킬 수 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용어집에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"신청 때의 가격 × 수량"으로 적는다. 가격과 섞여 쓰이고 있었다.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참조를 경로로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「참조」의 문서 이름을 저장소 경로로 바꾼다. 에이전트가 찾을 수 있어야 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회차 금액과 상태 기계의 분리. 실습 6의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문서 이름의 경로화.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05. 도메인·설계 지식과 맥락 구성 목차</vt:lpstr>
      <vt:lpstr>01. 세션 목표</vt:lpstr>
      <vt:lpstr>맥락 엔지니어링이란? 02. 맥락 엔지니어링</vt:lpstr>
      <vt:lpstr>프롬프트 엔지니어링과의 차이 02. 맥락 엔지니어링</vt:lpstr>
      <vt:lpstr>주의 예산 03. 주의 예산과 맥락 부패</vt:lpstr>
      <vt:lpstr>맥락 부패 03. 주의 예산과 맥락 부패</vt:lpstr>
      <vt:lpstr>맥락의 네 갈래 04. 맥락의 구성</vt:lpstr>
      <vt:lpstr>시스템 지시의 추상화 수준 04. 맥락의 구성</vt:lpstr>
      <vt:lpstr>필요할 때 가져오기 04. 맥락의 구성</vt:lpstr>
      <vt:lpstr>05. 저장소가 기록의 원천</vt:lpstr>
      <vt:lpstr>하나의 큰 파일이 실패하는 이유 06. 맥락 파일</vt:lpstr>
      <vt:lpstr>지도와 점진적 공개 06. 맥락 파일</vt:lpstr>
      <vt:lpstr>주문한다의 맥락 파일 06. 맥락 파일</vt:lpstr>
      <vt:lpstr>분석 모델이 명시하는 것 07. 도메인 지식</vt:lpstr>
      <vt:lpstr>정적 모델과 동적 모델 07. 도메인 지식</vt:lpstr>
      <vt:lpstr>OOAD·DDD와의 관계 07. 도메인 지식</vt:lpstr>
      <vt:lpstr>08. 설계 지식</vt:lpstr>
      <vt:lpstr>복잡성의 두 축 09. 맥락의 적정량</vt:lpstr>
      <vt:lpstr>맥락의 우선순위 09. 맥락의 적정량</vt:lpstr>
      <vt:lpstr>10. 긴 작업의 맥락</vt:lpstr>
      <vt:lpstr>맥락 쏟아붓기 11. 잘못된 관행</vt:lpstr>
      <vt:lpstr>지시 비대 11. 잘못된 관행</vt:lpstr>
      <vt:lpstr>12. 실습 — 맥락 패키지</vt:lpstr>
      <vt:lpstr>13. 요약</vt:lpstr>
      <vt:lpstr>맥락 파일 (안) 별첨. 실습 답</vt:lpstr>
      <vt:lpstr>줄 것과 주지 않을 것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도메인·설계 지식과 맥락 구성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