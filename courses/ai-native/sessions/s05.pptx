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지금까지 위임할 과제의 "무엇"(작업 명세서)과 "무엇으로 받아들일까"(수용 기준)를 정했다. 여기서는 에이전트가 알아야 할 지식을 정한다.</a:t>
            </a:r>
          </a:p>
          <a:p>
            <a:pPr lvl="0"/>
            <a:r>
              <a:rPr lang="ko-KR" sz="1200"/>
              <a:t>기준 원전은 [Anthropic 2025c]이며, 저장소와 지도는 [Lopopolo 2026]의 경험을 쓴다.</a:t>
            </a:r>
          </a:p>
          <a:p>
            <a:pPr lvl="0"/>
            <a:r>
              <a:rPr lang="ko-KR" sz="1200"/>
              <a:t>용어집·도메인 모델·상태 기계·온톨로지의 뜻은 "세션 01. AI 협업의 특성과 사람의 판단 책임"의 「04. 업무 규칙의 명시」에서 이미 정의했다. 여기서는 그중 무엇을 골라 주는가를 다룬다.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 두 인용은 같은 글의 정의와 지침이다.</a:t>
            </a:r>
          </a:p>
          <a:p>
            <a:pPr lvl="0"/>
            <a:r>
              <a:rPr lang="ko-KR" sz="1200"/>
              <a:t>두 번째 인용은 "세션 01. AI 협업의 특성과 사람의 판단 책임"의 「03. AI가 바꾼 것과 바꾸지 못한 것」의 「맥락의 한계」에서 이미 보였다. 여기서는 고르는 기준으로 다시 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글에서 프롬프트 엔지니어링과 비교한 문장을 확인했다.</a:t>
            </a:r>
          </a:p>
          <a:p>
            <a:pPr lvl="0"/>
            <a:r>
              <a:rPr lang="ko-KR" sz="1200"/>
              <a:t>첫 시도의 실패("세션 01. AI 협업의 특성과 사람의 판단 책임")는 지시가 짧아서가 아니라 업무 규칙이 맥락에 없어서였다. 질문으로 되짚는다.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글의 "A note on context: why minimal high-signal tokens" 논의에서 두 문장을 확인했다.</a:t>
            </a:r>
          </a:p>
          <a:p>
            <a:pPr lvl="0"/>
            <a:r>
              <a:rPr lang="ko-KR" sz="1200"/>
              <a:t>둘째 인용은 들여쓴 bullet 인용이다(session-authoring-guide.md의 「5. 인용과 출처」).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맥락 부패는 [Anthropic 2025c]가 쓴 용어이며, 그 글이 needle-in-a-haystack 연구를 근거로 든다. 파일의 노후화는 [Lopopolo 2026]의 "one big AGENTS.md" 실패 경험이다.</a:t>
            </a:r>
          </a:p>
          <a:p>
            <a:pPr lvl="0"/>
            <a:r>
              <a:rPr lang="ko-KR" sz="1200"/>
              <a:t>갱신을 기계로 확인하는 방법(문서 린터·검사 작업)은 "세션 09. 검증 하네스·결과 점검·피드백"에서 센서로 다룬다.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갈래는 [Anthropic 2025c]가 맥락의 구성 요소로 든 것(시스템 지시·도구·예시·가져오는 정보)을 사례에 맞춰 정리한 것이다.</a:t>
            </a:r>
          </a:p>
          <a:p>
            <a:pPr lvl="0"/>
            <a:r>
              <a:rPr lang="ko-KR" sz="1200"/>
              <a:t>도구는 다음 세션의 주제이므로 이름만 짚고 넘어간다.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글의 시스템 프롬프트 논의에서 두 문장을 확인했다. 원문은 이 높이를 "right altitude"로 부른다.</a:t>
            </a:r>
          </a:p>
          <a:p>
            <a:pPr lvl="0"/>
            <a:r>
              <a:rPr lang="ko-KR" sz="1200"/>
              <a:t>표의 세 문장은 같은 업무 규칙을 높이만 바꿔 쓴 것이다. 수강생에게 가운데 줄만 남기는 이유를 묻는다.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글의 "just in time" 전략 설명에서 확인했다.</a:t>
            </a:r>
          </a:p>
          <a:p>
            <a:pPr lvl="0"/>
            <a:r>
              <a:rPr lang="ko-KR" sz="1200"/>
              <a:t>"주문한다"에서 결제 연동 매뉴얼은 가리키기만 한다. 통째로 준 결과는 「11. 잘못된 관행」에서 본다.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확인. 원문은 저장소의 지식 기반을 기록의 원천(system of record)으로 삼았다고 쓴다.</a:t>
            </a:r>
          </a:p>
          <a:p>
            <a:pPr lvl="0"/>
            <a:r>
              <a:rPr lang="ko-KR" sz="1200"/>
              <a:t>주문 사례에서는 업무 담당자와 30분 회의로 정한 업무 규칙("세션 03. 요구의 구체화와 명세")이 저장소로 옮겨야 할 첫 지식이다.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"one big AGENTS.md"의 실패를 네 가지로 든다 — 맥락을 밀어냄, 지침이 아니게 됨, 낡아 감, 검증이 어려움.</a:t>
            </a:r>
          </a:p>
          <a:p>
            <a:pPr lvl="0"/>
            <a:r>
              <a:rPr lang="ko-KR" sz="1200"/>
              <a:t>낡아 가는 문제는 「03. 주의 예산과 맥락 부패」에서 이미 보았다. 여기서는 나머지 세 가지를 짚는다.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지도와 목차는 [Lopopolo 2026], 점진적 공개의 정의는 [Anthropic 2025c]에서 확인했다. [Lopopolo 2026]도 같은 이름을 쓴다.</a:t>
            </a:r>
          </a:p>
          <a:p>
            <a:pPr lvl="0"/>
            <a:r>
              <a:rPr lang="ko-KR" sz="1200"/>
              <a:t>[Thoughtworks 2026]은 progressive context disclosure를 Trial로 둔다. 자리 잡아 가는 기법이라는 신호다.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공개 형식 [AGENTS.md]를 쓰면 도구가 바뀌어도 같은 파일을 읽는다. vendor 독립성은 "세션 11. 평가 세트와 운영 점검 — 보안·비용·모델 변경"에서 다룬다.</a:t>
            </a:r>
          </a:p>
          <a:p>
            <a:pPr lvl="0"/>
            <a:r>
              <a:rPr lang="ko-KR" sz="1200"/>
              <a:t>[Lopopolo 2026]의 맥락 파일은 약 100줄이다. 주문 사례는 과제가 하나여서 더 짧다.</a:t>
            </a:r>
          </a:p>
          <a:p>
            <a:pPr lvl="0"/>
            <a:r>
              <a:rPr lang="ko-KR" sz="1200"/>
              <a:t>파일 경로와 약 30줄의 분량은 주문 사례의 예시다. 도구가 요구하는 고정 구조나 줄 수가 아니다.</a:t>
            </a:r>
          </a:p>
          <a:p>
            <a:pPr lvl="0"/>
            <a:r>
              <a:rPr lang="ko-KR" sz="1200"/>
              <a:t>네 번째 묶음이 「04. 맥락의 구성」의 「필요할 때 가져오기」를 실제로 적용한 자리다.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본질적·우연적 복잡성은 "세션 01. AI 협업의 특성과 사람의 판단 책임"의 「03. AI가 바꾼 것과 바꾸지 못한 것」의 「본질적 복잡성과 우연적 복잡성」에서 [Brooks 1986]으로 정의했다.</a:t>
            </a:r>
          </a:p>
          <a:p>
            <a:pPr lvl="0"/>
            <a:r>
              <a:rPr lang="ko-KR" sz="1200"/>
              <a:t>정보공학의 자료 흐름도와 ERD는 한 방법 안의 두 관점이며 따로 쓰는 기법이 아니다. 분석 기법 자체는 "객체지향 분석과 설계 실무" 과정이 다룬다.</a:t>
            </a:r>
          </a:p>
          <a:p>
            <a:pPr lvl="0"/>
            <a:r>
              <a:rPr lang="ko-KR" sz="1200"/>
              <a:t>분석 모델을 형식 언어로 적은 것이 온톨로지다. 수단의 비교는 "세션 01. AI 협업의 특성과 사람의 판단 책임"의 「04. 업무 규칙의 명시」에 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정적 모델의 이름은 분석 모델이므로 한글이다. 설계 이름으로 바꾸는 자리는 아래 「OOAD·DDD와의 관계」에서 짚는다.</a:t>
            </a:r>
          </a:p>
          <a:p>
            <a:pPr lvl="0"/>
            <a:r>
              <a:rPr lang="ko-KR" sz="1200"/>
              <a:t>상태 기계를 다시 그리지 않고 "세션 01. AI 협업의 특성과 사람의 판단 책임"의 「04. 업무 규칙의 명시」의 「모델로 보이는 업무 규칙」을 가리킨다. 같은 지식을 두 곳에 두지 않는다.</a:t>
            </a:r>
          </a:p>
          <a:p>
            <a:pPr lvl="0"/>
            <a:r>
              <a:rPr lang="ko-KR" sz="1200"/>
              <a:t>다중성 1..*는 주문 항목이 없는 주문을 금지한다. 에이전트가 빈 주문을 만들지 않는 근거다.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보편 언어 인용([Evans 2015])은 "세션 01. AI 협업의 특성과 사람의 판단 책임"의 「04. 업무 규칙의 명시」에 있다. 여기서는 맥락으로 쓰는 쪽만 다룬다.</a:t>
            </a:r>
          </a:p>
          <a:p>
            <a:pPr lvl="0"/>
            <a:r>
              <a:rPr lang="ko-KR" sz="1200"/>
              <a:t>영한 대응과 명명 규칙의 원천은 course-design.md의 「영한 용어집과 명명 규칙」이다.</a:t>
            </a:r>
          </a:p>
          <a:p>
            <a:pPr lvl="0"/>
            <a:r>
              <a:rPr lang="ko-KR" sz="1200"/>
              <a:t>유스케이스·도메인 모델을 만드는 법은 "객체지향 분석과 설계 실무" 과정이 맡는다.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도메인마다 고정된 계층과 허용된 의존만 두고 custom linter와 구조 테스트로 강제했다.</a:t>
            </a:r>
          </a:p>
          <a:p>
            <a:pPr lvl="0"/>
            <a:r>
              <a:rPr lang="ko-KR" sz="1200"/>
              <a:t>의존 규칙의 원천은 course-design.md의 공통 전제다. 패키지 다이어그램은 클래스 이름만 보인다.</a:t>
            </a:r>
          </a:p>
          <a:p>
            <a:pPr lvl="0"/>
            <a:r>
              <a:rPr lang="ko-KR" sz="1200"/>
              <a:t>경계를 정하는 판단 자체는 "객체지향 분석과 설계 실무" 과정의 구조 설계가 다룬다.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축과 넣는 기준은 course-design.md의 「요구에서 코드까지의 경로」이며, "세션 03. 요구의 구체화와 명세"의 「명세의 알맞은 수준과 경로」에서 명세의 높이로 다뤘다.</a:t>
            </a:r>
          </a:p>
          <a:p>
            <a:pPr lvl="0"/>
            <a:r>
              <a:rPr lang="ko-KR" sz="1200"/>
              <a:t>LLM이 문서를 싸게 만들어도 검토 비용과 주의 예산은 그대로다. 그래서 싸다는 이유로 더하지 않는다.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비용은 쓰는 노력과 창을 차지하는 양을, 효과는 결과가 달라지는 정도를 뜻한다. 표의 판정은 주문 사례의 판단이며 일반 순위가 아니다.</a:t>
            </a:r>
          </a:p>
          <a:p>
            <a:pPr lvl="0"/>
            <a:r>
              <a:rPr lang="ko-KR" sz="1200"/>
              <a:t>5순위를 통째로 준 결과가 「11. 잘못된 관행」의 사례다.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2025c]의 장기 과제 논의에서 세 방법의 이름을 확인했다.</a:t>
            </a:r>
          </a:p>
          <a:p>
            <a:pPr lvl="0"/>
            <a:r>
              <a:rPr lang="ko-KR" sz="1200"/>
              <a:t>기능 목록과 진행 기록은 "세션 04. 수용 기준과 검증 가능한 작업 단위"의 「기능 목록과 점진적 진행」에서 [Anthropic 2025d]로 다뤘다. 실패 뒤 이어받기는 "세션 10. 실패 대응·재시도·복구"가 맡는다.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2025c]는 긴 규칙 목록 대신 다양한 정규 예시(canonical examples)를 권한다.</a:t>
            </a:r>
          </a:p>
          <a:p>
            <a:pPr lvl="0"/>
            <a:r>
              <a:rPr lang="ko-KR" sz="1200"/>
              <a:t>200쪽 매뉴얼 장면은 course-design.md의 강의 시나리오이며, "세션 01. AI 협업의 특성과 사람의 판단 책임"의 「03. AI가 바꾼 것과 바꾸지 못한 것」의 「맥락의 한계」가 이 세션을 가리킨다.</a:t>
            </a:r>
          </a:p>
          <a:p>
            <a:pPr lvl="0"/>
            <a:r>
              <a:rPr lang="ko-KR" sz="1200"/>
              <a:t>발췌의 위험도 말한다 — 사람이 잘못 발췌하면 그 오류가 그대로 간다. 그래서 규격은 가리키는 쪽이 낫다.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[Thoughtworks 2026]은 agent instruction bloat를 Caution으로 둔다. 널리 생기는 문제라는 신호다.</a:t>
            </a:r>
          </a:p>
          <a:p>
            <a:pPr lvl="0"/>
            <a:r>
              <a:rPr lang="ko-KR" sz="1200"/>
              <a:t>규칙을 검사로 옮기는 방법은 "세션 08. 실행 제약과 가드레일의 역할"과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LLM은 맥락 파일에 코딩 규칙(들여쓰기·커밋 메시지)을 채우려 한다. 점검 1·2로 지우게 한다.</a:t>
            </a:r>
          </a:p>
          <a:p>
            <a:pPr lvl="0"/>
            <a:r>
              <a:rPr lang="ko-KR" sz="1200"/>
              <a:t>점검 6의 멈출 조건은 다음 세션의 위임 계약으로 이어진다. 여기서는 한 줄만 둔다.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 파일의 멈출 조건 한 줄이 다음 세션의 위임 계약으로 자란다. 실습 5의 결과물을 그대로 입력으로 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상세 규칙을 중복해 쓰지 않고 해당 문서를 안내했다. 작업 개요와 완료·멈출 조건은 맥락 파일에도 간단히 남긴다.</a:t>
            </a:r>
          </a:p>
          <a:p>
            <a:pPr lvl="0"/>
            <a:r>
              <a:rPr lang="ko-KR" sz="1200"/>
              <a:t>먼저 읽을 문서가 각각 어떤 판단에 필요한지 설명하게 한다. 30줄은 실습의 분량 기준이며 도구의 제한이 아니다.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배송지 변경을 지금 주면 에이전트가 회차에 변경 이력을 미리 넣는다. 범위 밖 맥락이 설계를 바꾼 예다.</a:t>
            </a:r>
          </a:p>
          <a:p>
            <a:pPr lvl="0"/>
            <a:r>
              <a:rPr lang="ko-KR" sz="1200"/>
              <a:t>값(회차 7개·70,000원)은 "세션 03. 요구의 구체화와 명세"의 실습 답에서 정한 교육용 값이다.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상태 기계를 나눈 것은 맥락 파일을 쓰다가 드러난 발견이다. 문서의 크기가 아니라 가리킬 단위가 기준이다.</a:t>
            </a:r>
          </a:p>
          <a:p>
            <a:pPr lvl="0"/>
            <a:r>
              <a:rPr lang="ko-KR" sz="1200"/>
              <a:t>용어집의 보완은 "세션 01. AI 협업의 특성과 사람의 판단 책임"의 「04. 업무 규칙의 명시」가 보인 판매가·단가 구분과 같은 판단이다. 실습에서 같은 일이 반복되는 것을 짚는다.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도메인·설계 지식과 맥락 구성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주의 예산과 맥락 부패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저장소가 기록의 원천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설계 지식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맥락의 적정량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긴 작업의 맥락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맥락 패키지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에이전트에게는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구현과 검증에 필요한 규칙과 자료를 선별해서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제공해야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엔지니어링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프롬프트 엔지니어링과 다른 점과, 맥락을 고르는 일이 반복되는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주의 예산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부패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바탕으로, 자료를 많이 제공해도 필요한 정보를 놓칠 수 있는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지시·도구·예시·가져온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나누고, 시스템 지시를 알맞은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규칙과 설계 결정을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기록하고, 맥락 파일에서 필요한 문서를 안내한다.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지식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(용어집·정적·동적 모델)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설계 지식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경계·의존 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과제의 판단을 바꾸는 것만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도메인·기술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필요한 자료를 고르고, 작성·검토 비용과 활용도를 고려해 우선순위를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엔지니어링이란?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엔지니어링은 LLM이 추론할 때 사용할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정보를 선별하고 적절한 상태로 유지하는 전략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 engineering refers to the set of strategies for curating and maintaining the optimal set of tokens (information) during LLM inference"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정보 선별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작업에 필요한 규칙과 자료를 고르고, 에이전트가 맥락 창에서 읽을 수 있게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정보 갱신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작업이 진행되면 낡거나 불필요해진 정보를 덜어내고, 새로 필요한 정보를 제공한다.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선별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자료의 양보다,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작업을 올바르게 수행하는 데 필요한 정보가 있는지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맥락 엔지니어링은 원하는 결과가 나올 가능성을 높이는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핵심 정보를 가능한 적은 분량으로 구성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context engineering means finding the smallest possible set of high-signal tokens that maximize the likelihood of some desired outcome"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프롬프트 엔지니어링과의 차이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75016" y="2898948"/>
          <a:ext cx="55803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95326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프롬프트 엔지니어링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엔지니어링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 문장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창에 들어갈 정보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의도를 어떻게 전달할까?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어떤 정보가 필요할까?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문구를 다듬는다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 것과 주지 않을 것을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실패의 모습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의도를 잘못 알아듣는다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알아야 할 것을 모른 채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프롬프트 엔지니어링이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지시의 표현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다룬다면, 맥락 엔지니어링은 그 지시와 함께 모델이 읽을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정보 전체의 구성과 갱신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다룬다.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구성은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반복적인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모델에 무엇을 전달할지 결정할 때마다 정보를 선별한다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"iterative and the curation phase happens each time we decide what to pass to the model."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 엔지니어링과 맥락 엔지니어링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67548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함께 필요한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지시를 명확히 써도 업무 규칙이 빠져 있으면 에이전트가 추측할 수 있다. 작업이 진행될 때마다 필요한 자료도 다시 골라야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주의 예산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주의 예산과 맥락 부패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모델이 입력을 받아들일 수 있는 양과, 그 안의 정보를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정확히 활용할 수 있는 정도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다르다.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LLM도 사람처럼 어느 지점에서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집중을 잃거나 혼란을 겪는다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"LLMs, like humans, lose focus or experience confusion at a certain point"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LLM은 많은 맥락을 해석할 때 끌어 쓰는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주의 예산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가진다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"LLMs have an "attention budget" that they draw on when parsing large volumes of context"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창의 한계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입력 한도 안에 들어가는 자료라도, 모델이 중요한 내용을 놓칠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선별이 필요한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불필요한 정보가 늘면 필요한 정보에 집중하기 어려워진다. 자료를 추가할 때는 작업에 필요한 이유를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부패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주의 예산과 맥락 부패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부패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(context rot)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맥락이 길어질수록 그 안의 정보를 정확히 떠올리는 능력이 떨어지는 현상이다.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창의 토큰이 늘수록 모델이 그 맥락에서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정보를 정확히 떠올리는 능력이 떨어진다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"as the number of tokens in the context window increases, the model's ability to accurately recall information from that context decreases"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문서의 내용이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최신 상태인지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확인해야 한다. 규칙이 바뀌었는데 맥락 파일을 갱신하지 않으면 에이전트는 오래된 규칙을 따를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큰 지시 파일은 곧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낡은 규칙의 무덤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 — 에이전트는 무엇이 아직 참인지 알 수 없고 사람은 유지를 멈춘다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"It rots instantly. A monolithic manual turns into a graveyard of stale rules. Agents can't tell what's still true, humans stop maintaining it"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부패에 대한 대응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현재 작업에 필요한 정보를 선별해, 맥락 창에 불필요한 자료가 쌓이지 않게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문서 노후화에 대한 대응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문서를 주제별로 나누고 변경된 규칙을 갱신한다. 문서 검사로 누락이나 불일치를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네 갈래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30124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지시·도구·예시·가져온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포함된다. 각 요소의 역할에 맞게 필요한 정보를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지시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목표와 지킬 규칙이다. 반복해서 쓰이므로 간결하게 유지한다.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호출할 기능의 이름·설명·인자를 알려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허용·거절 사례로 규칙과 기대 결과를 구체적으로 보여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가져온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중 필요한 시점에 찾아 읽은 문서와 코드 등이다.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631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맥락의 네 갈래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3590973" y="3800856"/>
            <a:ext cx="1962054" cy="2575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시스템 지시의 추상화 수준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83856" y="3411566"/>
          <a:ext cx="63627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46202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 예시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에이전트에게 주는 정보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너무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필드에 판매가를 넣고 저장한다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필드 조작과 저장 방법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주문이 생길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금액을 정하는 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너무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금액을 올바르게 계산한다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 기준이 없는 목표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지시에는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지켜야 할 규칙을 구체적으로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쓰되, 불필요한 구현 세부까지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지시는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아주 명확하고 단순한 언어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알맞은 추상화 수준에서 생각을 제시해야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"System prompts should be extremely clear and use simple, direct language that presents ideas at the right altitude"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기대하는 행동을 온전히 드러내는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최소의 정보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목표로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"you should be striving for the minimal set of information that fully outlines your expected behavior"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131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금액을 세 수준으로 쓴 지시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9216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 수준의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무엇을 지켜야 하는지 알 수 있고, 구체적인 구현 방법은 선택할 수 있어야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필요할 때 가져오기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문서를 처음부터 입력하지 않는다.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문서의 위치와 읽어야 할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알려 주고, 에이전트가 필요한 시점에 찾아 읽게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파일 경로·저장된 질의·웹 링크 등 간단한 참조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유지하고, 실행 중에 이를 이용해 필요한 데이터를 맥락으로 불러온다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"maintain lightweight identifiers (file paths, stored queries, web links, etc.) and use these references to dynamically load data into context at runtime"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먼저 읽을 자료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현재 과제 전반에 필요한 용어집과 상태 기계다. 구현을 시작하기 전에 규칙을 확인하게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필요할 때 읽을 자료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연동 매뉴얼이나 과거 설계 기록처럼 특정 작업에서만 쓰는 자료다.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찾아 읽을 수 있는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해당 자료에 접근할 수 있어야 한다. 문서 이름과 설명으로 언제 읽을지 판단할 수 있어야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저장소가 기록의 원천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문서를 찾아 읽게 하려면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합의한 내용을 접근 가능한 곳에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한다. 업무 규칙과 설계 결정을 저장소에 두면 코드와 함께 관리할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관점에서 실행 중 맥락으로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접근할 수 없는 것은 존재하지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"From the agent's point of view, anything it can't access in-context while running effectively doesn't exist. Knowledge that lives in Google Docs, chat threads, or people's heads are not accessible to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기록할 내용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담당자와 정한 규칙, 설계 결정, 아직 답하지 못한 질문을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기록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문서·코드·테스트로 작성하고 버전을 관리한다. 에이전트가 필요한 자료를 찾을 수 있도록 맥락 파일에서 안내한다.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팀의 활용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새로 참여한 개발자도 같은 자료를 읽고 결정의 근거를 확인할 수 있다.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8458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에이전트가 볼 수 있는 것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2107406" y="5222332"/>
            <a:ext cx="4929188" cy="112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하나의 큰 파일이 실패하는 이유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지침을 한 파일에 모으면,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 작업에 필요한 규칙을 찾기 어려워진다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지침이 너무 많으면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지침이 아니게 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모든 것이 중요하면 중요한 것이 없고 에이전트는 의도대로 찾아가는 대신 가까운 패턴을 흉내 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 much guidance becomes non-guidance. When everything is "important," nothing is. Agents end up pattern-matching locally instead of navigating intentionally."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 공간을 차지한다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관련 없는 지침까지 함께 읽으면, 작업에 필요한 코드와 문서를 제공할 공간이 줄어든다.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갱신하기 어렵다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서로 다른 주제의 규칙이 섞여 있으면, 어떤 내용을 고치고 검사해야 하는지 파악하기 어렵다.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지도와 점진적 공개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작업의 개요와 문서 안내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둔다. 상세한 규칙은 해당 문서에서 읽게 하면, 모든 내용을 한 번에 제공하지 않아도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1,000쪽 지시서가 아니라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준다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"give Codex a map, not a 1,000-page instruction manual"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맥락 파일을 백과사전이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목차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다룬다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"instead of treating AGENTS.md as the encyclopedia, we treat it as the table of contents"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문서 안내를 따라 필요한 정보를 차례로 읽는 방식이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점진적 공개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(progressive disclosure)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점진적 공개는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탐색으로 필요한 맥락을 차츰 발견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하게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"progressive disclosure—in other words, allows agents to incrementally discover relevant context through exploration."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맥락 파일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 시스템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무엇을 만드는가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"주문한다"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배송지를 정하면 주문이 생기고, 결제가 승인되면 배송을 요청한다.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먼저 읽을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docs/glossary.md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판매가와 단가를 반드시 구분한다.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docs/order-state.md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없는 전이를 만들지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docs/dependency.md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업무 패키지는 연동·저장을 import하지 않는다.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주문 시스템의 맥락 파일은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먼저 읽을 문서와 필요할 때 읽을 문서를 구분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한다. 업무 규칙은 문서에 두고, 맥락 파일에는 각 문서를 읽어야 하는 이유를 적는다.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작업의 규칙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테스트가 통과해야 완료다. 테스트를 끄거나 지우지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기대값·의존 규칙을 바꿔야 하면 묻는다.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필요할 때 볼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docs/external/payment-api.md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 연동 규격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결제 승인 요청을 구현할 때 읽는다.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분석 모델이 명시하는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44866" y="2112010"/>
          <a:ext cx="54406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03708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개념·관계·상태·업무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주문 시점의 판매가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경계·책임·협력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패키지가 결제를 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저장·통신·형식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열의 자료형과 질의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업무의 개념·관계·상태·규칙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설명한다. 이를 맥락으로 제공하면 에이전트가 업무의 의미를 확인하면서 구현할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분석 모델과 그 바깥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업무와 구현의 구분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기술 선택을 구분해 적어야, 에이전트가 규칙을 지키면서 구현 방법을 선택할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분석의 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정보공학은 자료 흐름과 정보 구조를 함께 살피고, 객체지향 분석은 업무 개념의 관계와 상태 변화를 함께 살핀다.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개념의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를, 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사건에 따른 상태 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 작업에 필요한 구조와 동작을 함께 알려 주어야 추측을 줄일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항목의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단가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상품의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판매가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구분한다. 주문 금액을 계산할 때 어떤 값을 쓸지 판단하는 근거다.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주문이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결제대기에 머문다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규칙을 보여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함께 제공하는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구조만으로는 결제 거절 뒤의 상태를 알 수 없고, 상태 변화만으로는 금액의 근거를 알 수 없다.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3555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주문의 정적 모델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3331308" y="4273296"/>
            <a:ext cx="2481385" cy="79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OOAD·DDD와의 관계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4716" y="2112010"/>
          <a:ext cx="53009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1590040"/>
                <a:gridCol w="18973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이름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명세서·분석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한글 업무 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단가, 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한글과 영문의 대응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— unitPrice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모델·코드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영문 설계 이름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OrderItem.unitPrice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OOAD의 분석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업무의 의미와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 DDD의 보편 언어는 그 의미를 대화와 코드에서 일관되게 표현하도록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용어와 코드 이름의 대응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용어의 일관성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한글 업무 용어와 영문 코드 이름을 용어집에서 연결한다. 표현 언어가 달라도 같은 업무 개념을 뜻해야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에이전트의 활용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용어집을 읽고 정해진 코드 이름을 사용하게 한다. 예를 들어 단가는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unitPrice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표현하고 판매가와 구분한다.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설계 지식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30119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업무의 의미와 함께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패키지의 경계와 의존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알려 주어야 한다. 기존 코드만 참고하면 잘못된 구조까지 따를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엄격한 경계와 예측 가능한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가장 잘 일한다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are most effective in environments with strict boundaries and predictable structure"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의존의 방향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패키지는 연동·영속 패키지에 의존하지 않아, 외부 통신과 저장 방식에서 분리된다.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순환 금지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패키지의 의존 순환을 막아 변경의 영향을 파악하기 쉽게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구조의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의존 규칙을 문서로 안내하고, 코드가 지키는지 자동 검사로 확인한다.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38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시스템의 패키지 의존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2732322" y="4511594"/>
            <a:ext cx="3679356" cy="1864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복잡성의 두 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맥락의 적정량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22056" y="2112010"/>
          <a:ext cx="468630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161798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낮음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높음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스토리와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경계·의존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용어집·분석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필요한 자료는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규칙의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 기술의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따로 살펴 고른다. 모든 과제에 같은 문서 묶음을 제공할 필요는 없다.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축으로 고른 중간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"주문한다"에 필요한 자료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상태를 설명하는 용어집·분석 모델, 외부 연동 구조를 설명하는 의존 규칙을 함께 제공한다.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추가할지 판단하는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 자료가 구현이나 검증의 어떤 판단에 필요한지 설명할 수 있어야 한다. 관련 없는 자료는 제외한다.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우선순위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맥락의 적정량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93736" y="2112010"/>
          <a:ext cx="574294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947420"/>
                <a:gridCol w="131064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준비·입력 부담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활용 목적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판매가와 단가를 구분한다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 뒤의 상태를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단가를 가진 개념을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코드의 의존 방향을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규격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구현에 필요한 부분을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필요한 자료 가운데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자주 쓰고 구현에 미치는 영향이 큰 자료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부터 읽게 한다. 작성·검토에 드는 노력과 입력 분량도 함께 고려한다.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"주문한다"에서 고른 순서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처음에 읽을 자료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용어집과 모델처럼 과제 전반에서 반복해 쓰는 자료다.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필요할 때 읽을 자료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연동 규격처럼 분량이 크고 특정 작업에서 쓰는 자료는 위치를 안내한다.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과제에 따른 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연동 구조가 핵심인 과제에서는 의존 규칙부터 확인할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긴 작업의 맥락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74306" y="2736850"/>
          <a:ext cx="678180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295910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압축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지난 대화를 요약해 입력 분량을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끝난 작업 단위의 기록을 요약한다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구조화한 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진행을 저장소 파일에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목록의 상태를 갱신한다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하위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좁은 과제를 따로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규격 조사만 떼어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작업이 길어져 대화와 실행 기록이 쌓이면,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계속 필요한 정보는 남기고 지난 기록은 정리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맥락의 제약을 직접 다루는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압축·구조화한 노트·여러 에이전트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"compaction, structured note-taking, and multi-agent architectures"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3840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가지 방법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1745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진행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완료한 일과 남은 일을 저장소에 기록하면, 새 실행에서도 진행 상황을 확인하고 이어서 작업할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요약에서 빠뜨리지 않을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기대값과 미정 질문은 원문을 파일로 보관한다. 대화 요약에서 중요한 조건이 빠질 수 있기 때문이다.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쏟아붓기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관련 자료를 많이 제공해도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필요한 규격을 올바르게 고른다는 보장은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주문 사례에서는 결제 연동 매뉴얼 200쪽을 통째로 주자 에이전트가 옛 API를 사용했다.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 원인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현행 규격과 폐기된 규격이 섞여 있었고, 사용할 버전을 분명하게 안내하지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보완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사용할 승인 요청 규격과 버전을 지정한다. 필요한 부분을 제공하거나 해당 문서를 찾아 읽게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지시 작성의 유사한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가능한 예외 상황을 모두 나열하면, 에이전트가 따라야 할 핵심 규칙을 파악하기 어려워진다.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팀은 가능한 모든 규칙을 명시하려고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예외 상황의 긴 목록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프롬프트에 넣는 일이 많다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"teams will often stuff a laundry list of edge cases into a prompt in an attempt to articulate every possible rule"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대표 사례의 활용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핵심 규칙과 함께 기대하는 행동을 보여 주는 예시를 제공한다. 수용 기준의 허용·거절 예시를 활용할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지시 비대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12010"/>
          <a:ext cx="706120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223266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모습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 생기나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실수할 때마다 금지문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지시로만 재발을 막으려 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 검사로 확인할 규칙을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상세 설명이 지시에 쌓임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관련 내용을 모두 담으려 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별도 문서로 옮기고 위치를 안내한다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끝난 과제의 지시가 남음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정리할 담당자와 시점이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 이상 쓰지 않는 지시를 제거한다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문제가 생길 때마다 지시를 추가하고 정리하지 않으면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중요한 규칙을 찾고 유지하기 어려워진다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비대해지는 모습과 처방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 검사와의 분담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기계로 판정할 수 있는 규칙은 검사로 확인한다. 오류 메시지에는 어긴 규칙과 수정 방법을 알려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정기적인 정리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지시를 갱신할 담당자와 시점을 정하고, 중복되거나 오래된 내용을 고친다.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실습 — 맥락 패키지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작업 명세서·수용 기준·정기배송 모델 패키지를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맥락 파일과 제공·제외할 자료 목록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작성하고, 점검 항목에 따라 수정하십시오.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"'신청한다' 과제의 맥락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(AGENTS.md)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30줄 안쪽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써줘. 작업 개요와 완료·멈출 조건을 간단히 적고, 상세 규칙은 해당 문서를 안내해줘. 자료는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먼저 읽을 것·필요할 때 읽을 것·제외할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나누고 이유를 적어줘."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문서 안내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상세 규칙을 반복하지 않고 어느 문서를 왜 읽을지 안내하는가?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필요성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각 자료가 "신청한다"의 구현과 검증에 필요한 이유를 설명했는가?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빠진 전제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용어집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(가격·회차 금액)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두 상태 기계를 가리키는가?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주지 않을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배송지 변경·해지처럼 이번 과제 밖의 것을 뺐는가?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접근 방법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큰 문서의 위치와 읽어야 할 시점을 안내했는가?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기대값·의존 규칙을 바꿔야 할 때 묻게 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 파일과 제공·제외할 자료 목록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(먼저 읽을 것·필요할 때 읽을 것·제외할 것)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실습 6의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구현과 검증에 필요한 규칙과 자료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선별해 담는다.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구성의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정보 선별·갱신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필요한 자료를 고르고 갱신해, 중요한 정보가 묻히지 않게 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맥락의 구성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목표·규칙·도구·예시를 명확히 하고, 큰 문서는 필요할 때 읽게 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저장소와 맥락 파일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설계 결정을 기록하고, 읽을 문서를 안내한다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도메인·설계 지식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용어집·모델·의존 규칙으로 업무 의미와 구현 구조를 알려 준다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범위와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복잡성·활용도와 작성·입력 비용을 고려해 자료를 고른다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06. 작업 위임과 도구·권한·상태의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맥락을 받은 에이전트가 무엇을 쓰고 어디까지 바꿀 수 있는지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파일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정기배송 시스템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무엇을 만드는가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"신청한다"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상품·수량·주기·첫 배송일·기간·배송지를 정해 신청하고 결제하면, 정기배송이 확정되고 회차가 예정으로 생긴다.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먼저 읽을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docs/glossary.md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가격과 회차 금액을 반드시 구분한다.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docs/subscription-state.md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정기배송 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거절은 결제 대기를 유지한다.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docs/delivery-round-state.md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회차 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회차는 예정으로 생긴다.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docs/requirements.md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"신청한다"의 범위와 제외.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docs/dependency.md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은 연동·저장을 import하지 않는다.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정기배송의 맥락 파일에는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"신청한다"의 작업 개요와 문서 안내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적는다. 상세한 업무 규칙은 해당 문서에서 확인하게 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작업의 규칙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기준의 테스트가 통과해야 완료다. 테스트를 끄지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정해진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수·회차 금액·만료일은 요구사항 정의서의 값을 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기대값·의존 규칙을 바꿔야 하면 묻는다.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필요할 때 볼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docs/external/payment-api.md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 승인 규격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결제 승인 요청을 구현할 때 읽는다.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줄 것과 주지 않을 것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먼저 읽는다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가격과 회차 금액의 뜻을 구분한다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상태 기계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거절이 결제 대기를 유지한다는 전이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상태 기계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회차가 예정으로 생긴다는 초기 상태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7개·70,000원·만료일 2월 2일의 근거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코드와 연동·영속 코드의 의존 방향을 확인한다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필요할 때 읽는다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승인 규격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분량이 크고 연동 구현에 쓰므로 위치를 안내한다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"신청한다"의 구현과 검증에 필요한 자료를 고르고,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먼저 읽을 자료와 작업 중에 읽을 자료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구분한다.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배송지 변경·해지·만료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이번 과제 밖이다. 실습 10의 입력이 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월별 청구·반품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개발하지 않는 범위다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자동 검사로 확인하는 코딩 규칙의 상세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지시에 반복하지 않고 검사 결과로 확인한다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판단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먼저 읽기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현재 과제 전반에 필요한 자료인가?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필요할 때 읽기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특정 작업에서만 쓰거나 분량이 큰 자료인가?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문서를 나눈다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정기배송과 회차의 상태 기계를 두 파일로 나눈다. 필요한 상태 기계를 따로 찾아 읽게 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용어집에 더한다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금액을 "신청 때의 가격 × 수량"으로 적는다. 가격과 섞여 쓰이고 있었다.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참조에 위치를 명시한다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「참조」에 문서의 저장소 경로를 적어 에이전트가 찾아 읽을 수 있게 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용어집의 회차 금액과 상태 기계의 분리. 실습 6의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참조에 경로를 적은 변경.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27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4_Office 테마</vt:lpstr>
      <vt:lpstr>05. 도메인·설계 지식과 맥락 구성 목차</vt:lpstr>
      <vt:lpstr>01. 세션 목표</vt:lpstr>
      <vt:lpstr>맥락 엔지니어링이란? 02. 맥락 엔지니어링</vt:lpstr>
      <vt:lpstr>프롬프트 엔지니어링과의 차이 02. 맥락 엔지니어링</vt:lpstr>
      <vt:lpstr>주의 예산 03. 주의 예산과 맥락 부패</vt:lpstr>
      <vt:lpstr>맥락 부패 03. 주의 예산과 맥락 부패</vt:lpstr>
      <vt:lpstr>맥락의 네 갈래 04. 맥락의 구성</vt:lpstr>
      <vt:lpstr>시스템 지시의 추상화 수준 04. 맥락의 구성</vt:lpstr>
      <vt:lpstr>필요할 때 가져오기 04. 맥락의 구성</vt:lpstr>
      <vt:lpstr>05. 저장소가 기록의 원천</vt:lpstr>
      <vt:lpstr>하나의 큰 파일이 실패하는 이유 06. 맥락 파일</vt:lpstr>
      <vt:lpstr>지도와 점진적 공개 06. 맥락 파일</vt:lpstr>
      <vt:lpstr>주문한다의 맥락 파일 06. 맥락 파일</vt:lpstr>
      <vt:lpstr>분석 모델이 명시하는 것 07. 도메인 지식</vt:lpstr>
      <vt:lpstr>정적 모델과 동적 모델 07. 도메인 지식</vt:lpstr>
      <vt:lpstr>OOAD·DDD와의 관계 07. 도메인 지식</vt:lpstr>
      <vt:lpstr>08. 설계 지식</vt:lpstr>
      <vt:lpstr>복잡성의 두 축 09. 맥락의 적정량</vt:lpstr>
      <vt:lpstr>맥락의 우선순위 09. 맥락의 적정량</vt:lpstr>
      <vt:lpstr>10. 긴 작업의 맥락</vt:lpstr>
      <vt:lpstr>맥락 쏟아붓기 11. 잘못된 관행</vt:lpstr>
      <vt:lpstr>지시 비대 11. 잘못된 관행</vt:lpstr>
      <vt:lpstr>12. 실습 — 맥락 패키지</vt:lpstr>
      <vt:lpstr>13. 요약</vt:lpstr>
      <vt:lpstr>맥락 파일 (안) 별첨. 실습 답</vt:lpstr>
      <vt:lpstr>줄 것과 주지 않을 것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05. 도메인·설계 지식과 맥락 구성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