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10. 실패 대응·재시도·복구"가 한 과제 안의 실패를 다뤘다. 여기서는 바뀔 때마다 다시 재는 바깥의 일을 다룬다.</a:t>
            </a:r>
          </a:p>
          <a:p>
            <a:pPr lvl="0"/>
            <a:r>
              <a:rPr lang="ko-KR" sz="1200"/>
              <a:t>기준 원전은 [Anthropic 2026a]이고, 체감과 측정은 [METR 2025], 하네스의 단순화는 [Anthropic 2026b], 처리량 지표는 [Thoughtworks 2026], 위험 항목은 [NIST 2024]로 받친다.</a:t>
            </a:r>
          </a:p>
          <a:p>
            <a:pPr lvl="0"/>
            <a:r>
              <a:rPr lang="ko-KR" sz="1200"/>
              <a:t>이 과정은 평가를 위임 구성을 점검하는 수단으로 다룬다. 모델 자체의 벤치마크나 품질 보증 체계는 SWQM이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두 번째 문장은 평가 없이 개발하던 팀이 겪는 상태를 적은 부분이다.</a:t>
            </a:r>
          </a:p>
          <a:p>
            <a:pPr lvl="0"/>
            <a:r>
              <a:rPr lang="ko-KR" sz="1200"/>
              <a:t>수용 테스트와 평가 세트의 차이를 짚는다 — 수용 테스트는 코드가 규칙을 지키는지, 평가 세트는 위임 구성이 과제를 해내는지를 본다.</a:t>
            </a:r>
          </a:p>
          <a:p>
            <a:pPr lvl="0"/>
            <a:r>
              <a:rPr lang="ko-KR" sz="1200"/>
              <a:t>"세션 09. 검증 하네스·결과 점검·피드백"의 센서가 한 번의 실행을 판정하는 장치였다면, 평가 세트는 그 판정을 여러 번 모은 것이다.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부분의 이름은 [Anthropic 2026a]의 구조를 과정의 말로 옮긴 것이다. 원문은 평가를 단일 턴과 다중 턴으로 나누어 설명한다.</a:t>
            </a:r>
          </a:p>
          <a:p>
            <a:pPr lvl="0"/>
            <a:r>
              <a:rPr lang="ko-KR" sz="1200"/>
              <a:t>"주문한다"는 3회를 교육용 값으로 쓴다. 실제로는 비용과 변동 폭을 보고 정한다.</a:t>
            </a:r>
          </a:p>
          <a:p>
            <a:pPr lvl="0"/>
            <a:r>
              <a:rPr lang="ko-KR" sz="1200"/>
              <a:t>평가 세트를 저장소에 둔다. 과제와 기대 결과가 코드와 함께 버전 관리되어야 지난 점수와 비교할 수 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세 채점기가 기록(transcript)이나 결과(outcome)의 일부를 각각 판정한다고 적는다.</a:t>
            </a:r>
          </a:p>
          <a:p>
            <a:pPr lvl="0"/>
            <a:r>
              <a:rPr lang="ko-KR" sz="1200"/>
              <a:t>보정은 사람이 채점한 표본과 모델의 판정을 맞춰 보는 일이다. 원문도 LLM 채점기를 사람의 판정에 가깝게 맞추라고 적는다.</a:t>
            </a:r>
          </a:p>
          <a:p>
            <a:pPr lvl="0"/>
            <a:r>
              <a:rPr lang="ko-KR" sz="1200"/>
              <a:t>센서는 실행 중 수정에 필요한 피드백을 주고, 채점기는 평가 시행의 결과를 판정한다. 같은 검사 도구가 두 역할에 쓰일 수 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회귀 평가의 점수 하락이 어딘가 망가졌다는 신호라고 적는다.</a:t>
            </a:r>
          </a:p>
          <a:p>
            <a:pPr lvl="0"/>
            <a:r>
              <a:rPr lang="ko-KR" sz="1200"/>
              <a:t>한 평가 세트에 두 종류의 과제를 함께 둘 수 있으나, 능력·회귀의 구분과 집계 결과는 따로 표시한다.</a:t>
            </a:r>
          </a:p>
          <a:p>
            <a:pPr lvl="0"/>
            <a:r>
              <a:rPr lang="ko-KR" sz="1200"/>
              <a:t>"세션 10. 실패 대응·재시도·복구"에서 진단한 실패가 회귀 평가의 과제가 된다는 연결을 짚는다.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회귀 과제는 "세션 04. 수용 기준과 검증 가능한 작업 단위"의 「03. 허용·거절 예시」의 허용·거절 예시 넷이다. 평가 세트는 그것을 다시 쓰는 것이지 새로 만드는 것이 아니다.</a:t>
            </a:r>
          </a:p>
          <a:p>
            <a:pPr lvl="0"/>
            <a:r>
              <a:rPr lang="ko-KR" sz="1200"/>
              <a:t>배송 요청 실패는 "세션 03. 요구의 구체화와 명세"에서 미정으로 남긴 항목이다. 정책을 추측하지 않고 확인을 요청하는 행동을 평가한다. 평가자가 정한 이 행동 기준과 아직 미정인 업무 정책을 구분한다.</a:t>
            </a:r>
          </a:p>
          <a:p>
            <a:pPr lvl="0"/>
            <a:r>
              <a:rPr lang="ko-KR" sz="1200"/>
              <a:t>열 가지 변형의 나머지는 경계값(수량 0, 금액 0)과 맥락을 뺀 실행이다. 수업에서는 대표 다섯만 보인다.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고정된 과제 묶음을 두면 이 값들이 공짜로 따라온다고 적는다.</a:t>
            </a:r>
          </a:p>
          <a:p>
            <a:pPr lvl="0"/>
            <a:r>
              <a:rPr lang="ko-KR" sz="1200"/>
              <a:t>사람의 개입 횟수는 과정이 더한 값이다. "세션 07. 워크플로·에이전트와 사람의 개입"의 확인 지점과 멈출 조건이 몇 번 작동했는지를 센다.</a:t>
            </a:r>
          </a:p>
          <a:p>
            <a:pPr lvl="0"/>
            <a:r>
              <a:rPr lang="ko-KR" sz="1200"/>
              <a:t>수강생에게 묻는다 — 통과율은 같고 토큰은 늘었지만 사람의 검토 시간은 줄었다면 어느 구성을 고를 것인가? 토큰 수만이 아니라 실제 비용과 전체 작업 시간을 비교하게 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METR, "Measuring the Impact of Early-2025 AI on Experienced Open-Source Developer Productivity"(2025) 원문 확인. 2025년 초의 도구와 익숙한 저장소라는 범위를 반드시 함께 말한다.</a:t>
            </a:r>
          </a:p>
          <a:p>
            <a:pPr lvl="0"/>
            <a:r>
              <a:rPr lang="ko-KR" sz="1200"/>
              <a:t>이 결과를 "AI는 느리다"로 일반화하지 않는다. 범위 밖으로 끌고 가면 같은 잘못을 반대 방향으로 저지르는 것이다.</a:t>
            </a:r>
          </a:p>
          <a:p>
            <a:pPr lvl="0"/>
            <a:r>
              <a:rPr lang="ko-KR" sz="1200"/>
              <a:t>수강생에게 묻는다 — 우리 팀의 체감은 무엇으로 확인하는가? 같은 과제의 완료 시간과 재작업 시간이다.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계기는 과정의 정리이며, 앞 세션들이 만든 산출물의 목록과 같다 — 맥락(세션 05), 경계(세션 06), 하네스(세션 09)다.</a:t>
            </a:r>
          </a:p>
          <a:p>
            <a:pPr lvl="0"/>
            <a:r>
              <a:rPr lang="ko-KR" sz="1200"/>
              <a:t>모델 변경은 다음 서브 항목에서 다룬다. 나머지 셋은 사람이 고친 것이므로 고친 사람이 돌린다.</a:t>
            </a:r>
          </a:p>
          <a:p>
            <a:pPr lvl="0"/>
            <a:r>
              <a:rPr lang="ko-KR" sz="1200"/>
              <a:t>평가를 돌리는 비용도 예산이다. 전부가 아니라 회귀 평가부터 돌리는 순서를 정해 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2026b] 원문 확인. 원문은 모델 교체를 하네스를 단순하게 만드는 계기로 삼은 경험을 적는다.</a:t>
            </a:r>
          </a:p>
          <a:p>
            <a:pPr lvl="0"/>
            <a:r>
              <a:rPr lang="ko-KR" sz="1200"/>
              <a:t>보조 장치와 가드레일의 차이를 분명히 한다. 보조 장치는 모델의 수행을 돕기 위한 구성이고, 가드레일은 실행 권한과 데이터 보호를 위한 제약이다.</a:t>
            </a:r>
          </a:p>
          <a:p>
            <a:pPr lvl="0"/>
            <a:r>
              <a:rPr lang="ko-KR" sz="1200"/>
              <a:t>"세션 02. 작업 특성에 따른 AI 활용 방식"의 가장 단순한 충분한 방식과 같은 판단이다. 자율성도 하네스도 증거가 허락할 때 바꾼다.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[NIST 2024]·[Blount 외 2026] 원문 확인. NIST의 분류는 모델·사람의 오용·생태계의 세 묶음이며 본문은 첫 묶음만 쓴다.</a:t>
            </a:r>
          </a:p>
          <a:p>
            <a:pPr lvl="0"/>
            <a:r>
              <a:rPr lang="ko-KR" sz="1200"/>
              <a:t>공개 형식은 "세션 05. 도메인·설계 지식과 맥락 구성"의 맥락 파일과 "세션 06. 작업 위임과 도구·권한·상태의 경계"의 도구 연결 표준이다. 둘 다 vendor에 묶이지 않는 자리다.</a:t>
            </a:r>
          </a:p>
          <a:p>
            <a:pPr lvl="0"/>
            <a:r>
              <a:rPr lang="ko-KR" sz="1200"/>
              <a:t>조직 차원의 AI 거버넌스와 규제 대응은 이 과정의 범위가 아니다(course-design.md의 「3. 범위와 경계」).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34(2026-04)의 coding throughput as a measure of productivity(Caution) 원문 확인.</a:t>
            </a:r>
          </a:p>
          <a:p>
            <a:pPr lvl="0"/>
            <a:r>
              <a:rPr lang="ko-KR" sz="1200"/>
              <a:t>[METR 2025]의 체감과 이어진다. 쉬운 지표와 체감이 같은 방향을 가리키면 둘 다 틀려도 확신이 생긴다.</a:t>
            </a:r>
          </a:p>
          <a:p>
            <a:pPr lvl="0"/>
            <a:r>
              <a:rPr lang="ko-KR" sz="1200"/>
              <a:t>수강생에게 묻는다 — 우리 조직이 지금 세는 값은 무엇인가? 그 값이 늘면 무엇이 같이 느는가?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기대값을 손대는 것은 "세션 09. 검증 하네스·결과 점검·피드백"의 「11. 잘못된 관행」의 「테스트를 끄는 에이전트」와 같은 행동이다. 평가에서도 똑같이 막는다.</a:t>
            </a:r>
          </a:p>
          <a:p>
            <a:pPr lvl="0"/>
            <a:r>
              <a:rPr lang="ko-KR" sz="1200"/>
              <a:t>"세션 10. 실패 대응·재시도·복구"의 실습에서 진단한 실패가 여기의 회귀 과제가 된다.</a:t>
            </a:r>
          </a:p>
          <a:p>
            <a:pPr lvl="0"/>
            <a:r>
              <a:rPr lang="ko-KR" sz="1200"/>
              <a:t>능력 평가의 통과율이 올라가면 과제를 어렵게 만든다. 원전도 능력 평가를 올라야 할 언덕으로 본다.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정기배송의 회귀 과제는 회차 7개·만료일 2월 2일·회차 금액 10,000원과 거절 시 결제 대기다. 능력 과제는 공휴일에 걸린 배송일처럼 아직 정하지 않은 상황이다.</a:t>
            </a:r>
          </a:p>
          <a:p>
            <a:pPr lvl="0"/>
            <a:r>
              <a:rPr lang="ko-KR" sz="1200"/>
              <a:t>LLM은 과제를 수십 개로 늘리려 한다. 대표 과제를 고르고 나머지는 왜 뺐는지를 말하게 한다.</a:t>
            </a:r>
          </a:p>
          <a:p>
            <a:pPr lvl="0"/>
            <a:r>
              <a:rPr lang="ko-KR" sz="1200"/>
              <a:t>평가는 돌리는 비용이 든다. 실습에서는 세트를 만드는 데까지만 하고, 실제 실행은 실습 12에서 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11의 평가 세트가 실습 12의 종합 실행에서 결과를 판정하는 기준이 된다.</a:t>
            </a:r>
          </a:p>
          <a:p>
            <a:pPr lvl="0"/>
            <a:r>
              <a:rPr lang="ko-KR" sz="1200"/>
              <a:t>이 세션까지가 운영의 눈이다. 다음 세션은 지금까지의 모든 산출물을 한 번에 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요청됨 회차와 배송중 회차의 과제는 실습 10에서 진단하고 보완한 실패를 회귀 평가에 반영한 것이다. 답안은 해당 보완을 마쳤다고 가정한다.</a:t>
            </a:r>
          </a:p>
          <a:p>
            <a:pPr lvl="0"/>
            <a:r>
              <a:rPr lang="ko-KR" sz="1200"/>
              <a:t>회차 7개·만료일 2월 2일은 "세션 03. 요구의 구체화와 명세"의 실습 답에서 정한 값이다. 평가의 기대 결과는 그 값을 그대로 쓴다.</a:t>
            </a:r>
          </a:p>
          <a:p>
            <a:pPr lvl="0"/>
            <a:r>
              <a:rPr lang="ko-KR" sz="1200"/>
              <a:t>과제는 일곱이지만 시행은 스물하나다(각 3회). 비용을 수강생이 가늠하게 한다.</a:t>
            </a:r>
          </a:p>
          <a:p>
            <a:pPr lvl="0"/>
            <a:r>
              <a:rPr lang="ko-KR" sz="1200"/>
              <a:t>모델마다 비용 조건이 다를 수 있으므로 토큰 수와 실제 시행 비용을 구분해 기록한다.</a:t>
            </a:r>
          </a:p>
          <a:p>
            <a:pPr lvl="0"/>
            <a:r>
              <a:rPr lang="ko-KR" sz="1200"/>
              <a:t>하네스를 바꿀 때는 보조 장치를 줄인 결과가 회귀 과제뿐 아니라 어려운 과제의 수행에도 영향을 주는지 확인한다.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보완의 핵심은 같은 검사를 두 번 만들지 않는 것이다. 센서가 이미 판정하는 것을 평가용으로 새로 짜지 않는다.</a:t>
            </a:r>
          </a:p>
          <a:p>
            <a:pPr lvl="0"/>
            <a:r>
              <a:rPr lang="ko-KR" sz="1200"/>
              <a:t>미정인 업무 정책은 작업 명세서에 남긴다. 평가 과제로 만들었다고 정책이 확정된 것으로 취급하지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평가 세트와 운영 점검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데모는 증거가 아니다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평가의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주문한다의 평가 세트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함께 재는 값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체감과 측정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다시 점검하는 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운영의 위험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평가 세트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모델이나 작업 환경을 바꿀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과제로 결과와 비용을 비교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해, 기존에 하던 일을 계속 수행하는지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채점기를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구분하고, 각각의 통과율을 해석한다.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과제의 변형과 기대 결과로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통과율·비용·시간·사람의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측정해 변경 전후를 비교한다.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속도에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체감과 측정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다를 수 있는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모델·맥락·하네스 변경 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결과를 확인하며 불필요한 하네스를 줄인다.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 반출·개인정보·정보 보안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점검하고, 공개 형식으로 도구 교체의 부담을 줄인다.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데모는 증거가 아니다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시연 한 번으로는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실행의 안정성이나 변경 후의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 수 없다. 같은 조건에서도 결과가 달라질 수 있으므로 여러 과제를 반복해서 평가해야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평가에서는 에이전트가 프롬프트를 처리하고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채점기가 출력이 기대와 맞는지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agent processes a prompt, and a grader checks if the output matches expectations"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평가가 없으면 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진짜 회귀와 잡음을 가르지 못하고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배포 전에 수백 시나리오로 변경을 시험하거나 개선을 재지 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can't distinguish real regressions from noise, automatically test changes against hundreds of scenarios before shipping, or measure improvements."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테스트와 평가의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테스트는 만들어진 코드의 동작을 확인한다. 평가는 에이전트에게 과제를 맡기고, 생성한 코드와 실행 결과를 판정한다.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시행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과제를 여러 번 맡겨 결과의 변동을 확인한다. 이미 만든 코드의 테스트만 반복하는 것과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모델이나 맥락을 바꾸기 전후에 같은 과제를 평가해, 좋아진 점과 나빠진 점을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10856" y="2112010"/>
          <a:ext cx="6108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에이전트에게 맡길 일과 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명세서·맥락·시작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상태에서 과제를 수행한 한 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시작 상태로 3회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기대와 맞는지 판정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규칙·금액 심사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통과·실패와 함께 재는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통과율·토큰·시간·개입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명시해야 한다. 무엇을 맡겼고 어떤 기준으로 판정했는지 알아야 결과를 비교할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평가의 구성과 주문 과제의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과제와 기대값, 시작 저장소를 고정하고 모델·맥락 등 비교할 조건을 명시한다. 각 시행은 같은 시작 상태에서 수행한다.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집계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시행별 통과 여부와 비용·시간을 기록하고 과제별로 비교한다. 전체 평균만으로 특정 과제의 실패를 가리지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가지 채점기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48906" y="2786726"/>
          <a:ext cx="68326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16480"/>
                <a:gridCol w="18135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판정할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고려할 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명시한 기대값·규칙의 충족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판정에 적합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의미·설명·설계의 적절성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 변동과 보정 필요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 로직의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판정의 한계와 업무 의미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시간과 기준 필요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중요 결과·표본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채점기는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구분한다. 판정할 내용에 맞춰 선택하고, 비용과 판정의 일관성을 함께 고려한다.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평가는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세 가지 채점기를 함께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 evaluations typically combine three types of graders: code-based, model-based, and human."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채점기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검사의 재사용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테스트와 의존 규칙 검사를 채점기로 활용한다. 정해진 금액처럼 코드로 확인할 수 있는 값은 자동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판정의 보정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검토한 표본과 모델의 판정을 비교하고 기준을 맞춘다. 명확한 기준 없이 모델의 평가를 그대로 점수로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능력 평가와 회귀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평가의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아직 어려운 과제의 수행 능력을 살피고,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이미 수행하던 일을 계속 해내는지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능력 평가는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에이전트가 무엇을 잘하는가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낮은 데서 시작해 에이전트가 어려워하는 과제를 겨냥한다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"Capability or "quality" evals ask, "What can this agent do well?" They should start at a low pass rate, targeting tasks the agent struggles with"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예전에 하던 일을 여전히 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거의 100%여야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"Regression evals ask, "Does the agent still handle all the tasks it used to?" and should have a nearly 100% pass rate."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평가의 해석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통과하지 못한 과제는 보완할 능력을 보여 준다. 쉽게 통과하게 되면 더 어려운 과제를 추가한다.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평가의 해석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통과율이 떨어지면 변경의 영향을 조사한다. 높은 통과율을 유지하는 것이 목표다.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과제의 전환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어려웠던 과제를 안정적으로 수행하게 되면 회귀 평가에 포함한다. 고친 실패도 과제로 남겨 재발 여부를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주문한다의 평가 세트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9126" y="2112010"/>
          <a:ext cx="585216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26060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변형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금액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유지·배송 요청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실제로 고친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고른다. "주문한다"는 승인·가격 변경·거절·재결제를 기본 과제로 삼는다.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평가 세트(대표 5개)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주문한다의 평가 세트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기준의 기대값을 그대로 사용한다. 시행마다 해당 상황을 처리할 코드를 구현하게 하고 테스트로 판정한다.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실패처럼 미정인 상황에서는, 정책을 만들어 내지 않고 멈춰 질문하는지 확인한다. 업무 정책의 정답을 평가하는 것은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해석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세 번 중 두 번 통과하면 약 67%다. 반복 실행의 신뢰성을 판단하기에 부족하므로 실패 원인을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함께 재는 값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3856" y="2898948"/>
          <a:ext cx="63627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말해 주는가?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나빠졌을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과제를 해내는가?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명세·맥락·모델을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입력·출력과 실행에 얼마를 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분량과 시행 비용을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완료까지 얼마나 걸렸는가?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실행·검사·대기 시간을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몇 번, 얼마나 오래 검토했는가?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명세·경계와 검토 부담을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통과율이 같아도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비용과 시간, 사람이 검토한 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다를 수 있다. 품질과 함께 측정해야 적합한 구성을 선택할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고정된 과제 묶음에서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지연·토큰·과제당 비용·오류율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추적할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"baselines and regression tests for free: latency, token usage, cost per task, and error rates can be tracked on a static bank of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"주문한다"가 과제마다 남기는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지표의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늘려 통과율이 높아져도 비용과 시간이 늘 수 있다. 사람의 개입이 줄었다면 전체 부담은 낮아질 수도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품질을 충족하는지 먼저 확인하고, 비용·시간·사람의 검토 부담을 함께 비교한다.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체감과 측정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편해졌다는 느낌만으로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개발 시간이 줄었다고 판단할 수는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구현뿐 아니라 검토와 재작업에 든 시간도 확인해야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 개발자가 AI 도구를 쓰면 쓰지 않을 때보다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19% 더 오래 걸렸다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AI가 그들을 느리게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developers use AI tools, they take 19% longer than without—AI makes them slower."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개발자들은 AI가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24% 빠르게 해 주리라 기대했고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느려지고 나서도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20% 빨라졌다고 믿었다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"developers expected AI to speed them up by 24%, and even after experiencing the slowdown, they still believed AI had sped them up by 20%."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연구의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2025년 초의 도구로, 익숙한 저장소에서 일한 숙련 개발자를 측정한 결과다. 모든 도구와 과제에 일반화하지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실무에서 확인할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전후의 과제를 비교하고, 구현·리뷰·재작업에 든 시간을 함께 기록한다. 체감은 측정 결과와 대조한다.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다시 돌리는 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다시 점검하는 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2112010"/>
          <a:ext cx="549656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67970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다시 재는가?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보는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생성과 도구 사용이 달라질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파일·명세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판단 근거가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하네스·가드레일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검사와 실행 제약이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통과율·개입 횟수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가능한 작업이 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오류율·중단 사유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모델·맥락·하네스·도구를 바꾸면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수행하는 조건이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기존 과제를 다시 평가해 변경의 영향을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돌리는 계기와 보는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전후 비교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가격이나 속도만 보고 모델을 바꾸지 않는다. 같은 과제에서 품질과 비용을 함께 비교한다.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버전 관리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비교할 과제와 기대값은 유지한다. 요구 변경으로 기대값을 바꿔야 한다면 변경 이유와 평가 세트의 버전을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모델이 좋아지면 하네스를 줄인다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다시 점검하는 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교체하면 기존의 한계를 보완하던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 일부가 불필요해질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평가 결과를 확인하면서 필요한 구성만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Opus 4.6이 출시되자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복잡도를 줄일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 생겼으며, 4.5보다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(scaffolding)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 적게 필요할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기대할 근거가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also released Opus 4.6, which provided further motivation to reduce harness complexity. There was good reason to expect 4.6 would need less scaffolding than 4.5 did."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하네스의 구성 요소는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모델의 성능이 좋아지면 빠르게 낡을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"because they can quickly go stale as models improve"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단계적인 단순화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먼저 새 모델을 같은 평가 세트로 확인한다. 보조 장치를 하나씩 제거하고 다시 평가한다.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 여부의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품질을 유지하면서 비용과 시간이 줄면 변경을 유지한다. 결과가 나빠지면 되돌린다.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가드레일의 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권한과 데이터 보호 제약은 모델 성능이 좋아졌다는 이유만으로 제거하지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운영의 위험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3847985"/>
          <a:ext cx="6446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68554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점검할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 반출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고객 주소·결제 정보가 모델에 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개인정보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가짜 데이터를 쓰고 실제 정보 혼입을 점검했는가?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세트 작성·매 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보안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키·설정이 기록에 남았는가?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교체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공개 형식을 재사용한 뒤 동작을 확인했는가?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모델·도구를 바꿀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545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결과의 품질과 데이터 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점검한다. 올바른 결과가 나와도 정보 전송·보관에 문제가 없는지 확인해야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 오작동의 위험에는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추측·위험한 권고·개인정보·공급망과 구성 요소 통합·유해한 편향과 동질화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"Model risks (or risk from malfunction): Confabulation; Dangerous or Violent Recommendations; Data Privacy; Value Chain and Component Integration; Harmful Bias, and Homogenization"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기준으로 정한 프롬프트 묶음으로 자동 평가를 수행하면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품질을 일관되게 측정할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"This automated evaluation, run against a golden dataset of prompts, provides a consistent measure of quality."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4953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운영 점검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처리량으로 재는 생산성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 줄 수나 PR 수가 늘었다고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생산성이 높아졌다고 판단할 수는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필요한 기능의 완성과 검토·재작업 비용을 함께 봐야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조직이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생성된 코드 줄 수나 PR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겉보기 지표로 성과를 재는 일이 늘고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"we're increasingly seeing organizations measure success using superficial indicators such as lines of code generated or the number of pull requests (PRs)"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이런 처리량 지표를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따로 떼어 쓰면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구성원의 행동을 나쁜 쪽으로 몰아간다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these coding throughput metrics are used in isolation, they can negatively shape employee behavior."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처리량의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생성량이 늘어도 리뷰와 재작업이 늘면 전체 완료 시간은 줄지 않을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성과의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기준을 충족한 작업과 그에 든 비용·시간을 측정한다. 자동 생성량과 사람이 검토한 시간을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한 번 만들고 두는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6666" y="2112010"/>
          <a:ext cx="71170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5120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실패를 안 더함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실패가 다음 기능에서 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 회귀 과제로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통과시키려고 기대값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점수는 올라가고 규칙은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근거와 승인 여부를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 과제를 쉽게 통과함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어려운 과제의 한계를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회귀로 옮기고 능력 과제를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세트도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새로운 실패와 요구 변경을 반영해 관리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오래된 과제만 평가하면 새로 생긴 문제를 놓칠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세트가 낡는 모습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관리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과제·기대값·채점기를 저장소에서 버전 관리한다. 요구가 바뀌면 평가에도 같은 변경을 반영한다.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통과율의 해석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회귀 평가는 높은 통과율을 유지해야 한다. 능력 평가가 충분히 쉬워졌을 때는 더 어려운 과제를 추가한다.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평가 세트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수용 기준·하네스·실패 진단을 LLM에 제공해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두 기능의 평가 세트와 재평가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작성하고, 점검 항목에 따라 수정하십시오.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9의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하네스 배치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10의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실패 진단과 되돌림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"'신청한다'와 '배송지를 변경한다'의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평가 과제·기대 결과·채점기·회귀/능력 구분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써줘. 시작 상태와 반복 시행 조건도 정해줘."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모델·맥락·하네스·도구 변경 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먼저 재평가할지와, 비용·시간·사람의 개입을 어떻게 기록할지 정해줘."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회귀의 출처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고친 실패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회귀 과제로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평가 구분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이미 고친 실패는 회귀로, 아직 어려운 과제는 능력으로 구분했는가?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시행·채점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시작 상태로 실행하고, 자동 판정할 값은 코드로 확인하는가?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함께 재는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비용·시간·사람의 개입을 함께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다시 돌릴 계기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모델·맥락·하네스·도구의 변경마다 무엇을 먼저 볼지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평가 과제에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실제 사람의 정보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들어가지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두 기능의 평가 세트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(회귀 포함)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다시 점검할 조건. 실습 12의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150" dirty="0" err="1"/>
              <a:t>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모델·맥락·하네스가 바뀌면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과제로 품질과 비용을 다시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평가와 운영 점검의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과제·시행·채점기·결과를 정하고, 같은 시작 상태에서 반복한다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목적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능력은 어려운 과제의 한계를, 회귀는 기존 과제를 계속 수행하는지 확인한다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종합 측정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통과율·비용·시간·사람의 개입을 함께 비교하고 체감과 대조한다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모델·맥락·하네스·도구를 바꾸면 재평가하고 필요한 구성만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운영 점검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정보의 반출·기록을 점검하고 도구 교체 후 동작도 확인한다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12. 명세·맥락·작업 지시의 종합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지금까지의 산출물을 위임 패키지로 모아 실제 에이전트에게 맡기고 결과를 검토한다.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평가 세트와 다시 점검할 조건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000" dirty="0" err="1"/>
              <a:t>별첨: 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50886" y="2112010"/>
          <a:ext cx="562864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189738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변형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신청·승인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확정과 예정 회차 7개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만료일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2월 2일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예정 회차의 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 때 새 주소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요청됨 회차의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시스템에 알림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배송중 회차의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회차부터 적용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공휴일에 걸린 배송일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고친 실패를 포함한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여섯과 능력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평가하고, 변경 내용에 따라 먼저 확인할 과제를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정기배송의 평가 세트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평가 세트와 다시 점검할 조건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000" dirty="0" err="1"/>
              <a:t>별첨: 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6" y="2736850"/>
          <a:ext cx="485394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81356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돌리는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보는 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여섯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통과율·비용·시간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여섯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통과율·토큰·비용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하네스·가드레일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여섯과 능력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통과율·사람의 개입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적용 과제 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여섯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기존에 충족하던 규칙과 고친 실패를 확인한다. 하나라도 실패하면 변경의 영향을 조사한다.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공휴일 정책을 추측하지 않고 멈춰 묻는지 확인한다. 안정적으로 수행하면 회귀 과제로 전환한다.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돌리는 계기와 순서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0545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시행 조건·지표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시작 상태로 각 과제를 3회 실행하고 통과율·토큰·비용·시간·개입을 기록한다.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평가 과제의 주소와 결제 수단은 모두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가짜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000" dirty="0" err="1"/>
              <a:t>별첨: 11. 평가 세트와 운영 점검 — 보안·비용·모델 변경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하네스 배치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9)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센서를 채점기로 다시 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테스트와 의존 규칙 검사를 평가의 코드 채점기로 그대로 쓴다고 적는다.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시행 결과를 남긴다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과제·시작 상태·모델·입력 버전과 토큰·비용·시간·개입을 기록해 비교할 수 있게 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미정에서의 행동을 평가한다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규칙처럼 남긴 미정에서 정책을 추측하지 않고 확인을 요청하는지 평가한다.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하네스 배치의 한 줄과 평가 세트. 실습 12의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과제별 시행 횟수와 비용. 모델을 바꿀 때 다시 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11. 평가 세트와 운영 점검 목차</vt:lpstr>
      <vt:lpstr>01. 세션 목표</vt:lpstr>
      <vt:lpstr>02. 데모는 증거가 아니다</vt:lpstr>
      <vt:lpstr>과제·시행·채점기·결과 03. 평가의 구조</vt:lpstr>
      <vt:lpstr>세 가지 채점기 03. 평가의 구조</vt:lpstr>
      <vt:lpstr>능력 평가와 회귀 평가 03. 평가의 구조</vt:lpstr>
      <vt:lpstr>04. 주문한다의 평가 세트 (1/2)</vt:lpstr>
      <vt:lpstr>04. 주문한다의 평가 세트 (2/2)</vt:lpstr>
      <vt:lpstr>05. 함께 재는 값</vt:lpstr>
      <vt:lpstr>06. 체감과 측정</vt:lpstr>
      <vt:lpstr>다시 돌리는 계기 07. 다시 점검하는 때</vt:lpstr>
      <vt:lpstr>모델이 좋아지면 하네스를 줄인다 07. 다시 점검하는 때</vt:lpstr>
      <vt:lpstr>08. 운영의 위험</vt:lpstr>
      <vt:lpstr>처리량으로 재는 생산성 09. 잘못된 관행</vt:lpstr>
      <vt:lpstr>한 번 만들고 두는 평가 09. 잘못된 관행</vt:lpstr>
      <vt:lpstr>10. 실습 — 평가 세트</vt:lpstr>
      <vt:lpstr>11. 요약</vt:lpstr>
      <vt:lpstr>평가 세트와 다시 점검할 조건 (안) (1/2) 별첨. 실습 답</vt:lpstr>
      <vt:lpstr>평가 세트와 다시 점검할 조건 (안) (2/2)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평가 세트와 운영 점검 — 보안·비용·모델 변경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