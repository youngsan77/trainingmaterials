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정적 모델은 그 행위가 전제하는 의미 구조를 드러낸다. 설계 클래스로의 전환은 "06. 분석 모델에서 설계 모델로", 객체 책임은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"02. 요구 분석과 유스케이스"에서 정한 주문 시스템의 범위다. 도메인을 하위 영역과 경계로 나누는 판단은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정적 모델은 둘의 차이를 질문으로 드러내고, 실제 사건·상태 관계는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"06. 분석 모델에서 설계 모델로"와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5552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5707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0912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5058044"/>
            <a:ext cx="8412480" cy="274320"/>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332364"/>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947612"/>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1009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784416"/>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4144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2250564"/>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6981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244138"/>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23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3797769"/>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4077045"/>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3826237"/>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0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56489"/>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4730809"/>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20351"/>
            <a:ext cx="342900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01048" y="2494671"/>
            <a:ext cx="2925384" cy="246301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36351"/>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363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1731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9828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5072608"/>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309949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3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94761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4144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86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304295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89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45333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92984"/>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67304"/>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947612"/>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98486"/>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8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947612"/>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94761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77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95726"/>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2098"/>
            <a:ext cx="8412480" cy="274320"/>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4526418"/>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20565"/>
            <a:ext cx="8412480" cy="274320"/>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994885"/>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54617"/>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928937"/>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41448"/>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30994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127769"/>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2931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8136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17318"/>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9801"/>
            <a:ext cx="8412480" cy="274320"/>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423412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882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405314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484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410916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987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273058"/>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067"/>
            <a:ext cx="8412480" cy="274320"/>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4488387"/>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450003"/>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718"/>
            <a:ext cx="8412480" cy="274320"/>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5004038"/>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4144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43108"/>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4517428"/>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0496"/>
            <a:ext cx="8412480" cy="274320"/>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3744816"/>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12554"/>
            <a:ext cx="8412480" cy="274320"/>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4286874"/>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6" y="2398486"/>
          <a:ext cx="8036560" cy="3873500"/>
        </p:xfrm>
        <a:graphic>
          <a:graphicData uri="http://schemas.openxmlformats.org/drawingml/2006/table">
            <a:tbl>
              <a:tblPr/>
              <a:tblGrid>
                <a:gridCol w="947420"/>
                <a:gridCol w="326644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2012"/>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424633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75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1731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49941"/>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730358" y="2524261"/>
            <a:ext cx="5683283" cy="38522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998"/>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269998"/>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60280"/>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7563"/>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7563"/>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6028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323705"/>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99498"/>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1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11318"/>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318563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7599"/>
            <a:ext cx="8412480" cy="274320"/>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420191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4144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4144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4144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8441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명세서의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명세서의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52627"/>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3626947"/>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17. 모델의 검토</vt:lpstr>
      <vt:lpstr>누락과 모순 17. 모델의 검토</vt:lpstr>
      <vt:lpstr>되돌릴 곳 17. 모델의 검토</vt:lpstr>
      <vt:lpstr>정적 모델의 한계 17. 모델의 검토</vt:lpstr>
      <vt:lpstr>18. 실습 — 도메인 모델</vt:lpstr>
      <vt:lpstr>19. 요약</vt:lpstr>
      <vt:lpstr>도메인 모델 초안 (안) 별첨. 실습 답</vt:lpstr>
      <vt:lpstr>도메인 모델 상세 (안) 별첨. 실습 답</vt:lpstr>
      <vt:lpstr>이전 산출물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