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유스케이스"가 요구를 행위 관점으로 구조화했다면, 정적 모델은 그 행위가 전제하는 의미 구조를 드러낸다. 설계 클래스로의 전환은 "세션 06. 분석 모델에서 설계 모델로", 객체 책임은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"세션 02. 요구 분석과 유스케이스"의 「33. 유스케이스 상세화」에 있는 「주문을 관리한다」 명세의 주문 취소 대안 흐름 결과, 정제된 SSD는 "세션 02. 요구 분석과 유스케이스"의 「44. 정제된 SSD」, 배송지 변경은 "세션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"세션 02. 요구 분석과 유스케이스"에서 정한 주문 시스템의 범위다. 도메인을 하위 영역과 경계로 나누는 판단은 "세션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"세션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있다("세션 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있다("세션 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"세션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"세션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"세션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"세션 04. 동적 모델 — 상호작용과 상태"에서 다룬다.</a:t>
            </a:r>
          </a:p>
          <a:p>
            <a:pPr lvl="0"/>
            <a:r>
              <a:rPr lang="ko-KR" sz="1200"/>
              <a:t>"배송 시작 전"과 "출고 전"은 동의어로 가정하지 않는다. 정적 모델은 둘의 차이를 질문으로 드러내고, 실제 사건·상태 관계는 "세션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"세션 06. 분석 모델에서 설계 모델로", DDD의 도메인 모델과의 관계는 "세션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"세션 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"세션 06. 분석 모델에서 설계 모델로"와 "세션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않는다("세션 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용어집("세션 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"세션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"세션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"세션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"세션 06. 분석 모델에서 설계 모델로"와 "세션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"세션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"세션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"세션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"세션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"세션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"세션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"세션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"세션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줄인다("세션 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"세션 07. 책임·협력·계약", 설계 모델로의 비기계적 전환은 "세션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"세션 04. 동적 모델 — 상호작용과 상태"와 "세션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"세션 02. 요구 분석과 유스케이스"의 「31. 규칙과 특별 요구사항」에서 허용 조건을 정의할 대상으로 남긴 것이다.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"세션 02. 요구 분석과 유스케이스"의 「09. 반복적 접근」과 연결한다. 출고·배송 시작의 사건 순서는 "세션 04. 동적 모델 — 상호작용과 상태"에서 확인한다.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"세션 04. 동적 모델 — 상호작용과 상태", 책임은 "세션 07. 책임·협력·계약", 저장은 "세션 10. 기술 제약과 도메인 의미 보존"에서 다룬다. 정적 모델에 이 답을 넣으면 존재와 사건이 섞인다.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60650"/>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"세션 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622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4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967842"/>
            <a:ext cx="8412480" cy="201168"/>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205586"/>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898948"/>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3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862114"/>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12010"/>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1813560"/>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10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048852"/>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37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2474976"/>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3764280"/>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2865120"/>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11123"/>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2003"/>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24456"/>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7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3430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3772046"/>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93503"/>
            <a:ext cx="342900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22769" y="2531247"/>
            <a:ext cx="2881942" cy="24264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72927"/>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7292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53894"/>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3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4862114"/>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989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898948"/>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67548"/>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12010"/>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27420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50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886299" y="2124456"/>
            <a:ext cx="5357813" cy="123229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2124456"/>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3176016"/>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35948"/>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73692"/>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898948"/>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86330"/>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49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"세션 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898948"/>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67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989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36850"/>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3998976"/>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612434"/>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511594"/>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12010"/>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289894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261907"/>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634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2507"/>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24456"/>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3176016"/>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274929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37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2474976"/>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74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075176"/>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9010"/>
            <a:ext cx="8412480" cy="201168"/>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3886754"/>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361690"/>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3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27442"/>
            <a:ext cx="8412480" cy="201168"/>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4765186"/>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12010"/>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91469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6570"/>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3414314"/>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49850"/>
            <a:ext cx="8412480" cy="201168"/>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2987594"/>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3374136"/>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05016" y="2386330"/>
          <a:ext cx="8120380" cy="3873500"/>
        </p:xfrm>
        <a:graphic>
          <a:graphicData uri="http://schemas.openxmlformats.org/drawingml/2006/table">
            <a:tbl>
              <a:tblPr/>
              <a:tblGrid>
                <a:gridCol w="947420"/>
                <a:gridCol w="335026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93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3176016"/>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46331"/>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53894"/>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637793" y="2398776"/>
            <a:ext cx="5868415" cy="39776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11117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11117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53894"/>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306574"/>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306574"/>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6591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96856"/>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111177"/>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111177"/>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53894"/>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4139"/>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4139"/>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6591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96856"/>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411123"/>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2003"/>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24456"/>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61046"/>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64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239877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8792"/>
            <a:ext cx="8412480" cy="201168"/>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3526536"/>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12010"/>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12010"/>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12010"/>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3769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 </a:t>
            </a:r>
            <a:r>
              <a:rPr sz="2000" b="1">
                <a:solidFill>
                  <a:srgbClr val="000000"/>
                </a:solidFill>
                <a:latin typeface="맑은 고딕"/>
                <a:ea typeface="맑은 고딕"/>
              </a:rPr>
              <a:t>(1/2)</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64080"/>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 </a:t>
            </a:r>
            <a:r>
              <a:rPr sz="2000" b="1">
                <a:solidFill>
                  <a:srgbClr val="000000"/>
                </a:solidFill>
                <a:latin typeface="맑은 고딕"/>
                <a:ea typeface="맑은 고딕"/>
              </a:rPr>
              <a:t>(2/2)</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39240"/>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3924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정의서의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정의서의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0973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2147478"/>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539240"/>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87</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87</vt:i4>
      </vt:variant>
    </vt:vector>
  </HeadingPairs>
  <TitlesOfParts>
    <vt:vector size="91"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(1/2) 17. 모델의 검토</vt:lpstr>
      <vt:lpstr>시나리오 교차검토 (2/2) 17. 모델의 검토</vt:lpstr>
      <vt:lpstr>누락과 모순 17. 모델의 검토</vt:lpstr>
      <vt:lpstr>되돌릴 곳 17. 모델의 검토</vt:lpstr>
      <vt:lpstr>정적 모델의 한계 17. 모델의 검토</vt:lpstr>
      <vt:lpstr>18. 실습 — 도메인 모델</vt:lpstr>
      <vt:lpstr>19. 요약</vt:lpstr>
      <vt:lpstr>도메인 모델 초안 (안) 별첨. 실습 답</vt:lpstr>
      <vt:lpstr>도메인 모델 상세 (안) 별첨. 실습 답</vt:lpstr>
      <vt:lpstr>이전 산출물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