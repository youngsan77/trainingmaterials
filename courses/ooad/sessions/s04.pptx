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  <p:sldId id="325" r:id="javaLecture7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Relationship Id="javaLecture70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6.xml.rels><?xml version="1.0" encoding="UTF-8"?>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68.xml.rels><?xml version="1.0" encoding="UTF-8"?>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70.xml.rels><?xml version="1.0" encoding="UTF-8"?>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「55. 누락과 모순」과 「56.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  <a:p>
            <a:pPr lvl="0"/>
            <a:r>
              <a:rPr lang="ko-KR" sz="1200"/>
              <a:t>"결제 완료인가? — 아니요"의 거절 중 배송 시작 이후는 확인된 규칙이고, 결제 대기의 취소는 미정이다. 코드는 확인된 경로만 구현했을 뿐 결제 대기의 처리를 정한 것이 아니다(「35. 가드와 금지된 전이」).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현재 값과 확정 값은 "03. 정적 모델 — 도메인 개념과 관계"에서 정했다. 분석이 확인하는 것은 언제 주문이 성립하고 단가가 확정되는가다. 누가 만들고 확정하는지는 이해를 돕는 배치 예이며,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판단 주체가 다르다는 것은 공통 전제이고, 두 경계의 선후는 이 topic의 교육용 가정이다. 동적 모델은 그 가정 아래 드러나는 새로운 요구 질문을 보여준다. 실제 관계는 업무 담당자에게 확인한다. 답이 정해지면 "02. 요구 분석과 유스케이스"의 규칙과 계약을 고친다.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회차는 시간 이벤트로 결제를 요청하고, 고객의 요청으로 건너뛸 수 있다. 시간이 된 사실과 외부 결제가 승인된 사실은 다른 사건이며, 그림은 승인 성공 경로만 보인다.</a:t>
            </a:r>
          </a:p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「54.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용어집이 모든 모델의 기준이다.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배분은 전체 SA 완성 후 정한다.</a:t>
            </a:r>
          </a:p>
          <a:p>
            <a:pPr lvl="0"/>
            <a:r>
              <a:rPr lang="ko-KR" sz="1200"/>
              <a:t>세부 검토 기준(충족 / 보완):</a:t>
            </a:r>
          </a:p>
          <a:p>
            <a:pPr lvl="1"/>
            <a:r>
              <a:rPr lang="ko-KR" sz="1200"/>
              <a:t>SSD — 고객·정기배송 시스템·결제 시스템만 있다 / 내부 서비스·저장소가 있다</a:t>
            </a:r>
          </a:p>
          <a:p>
            <a:pPr lvl="1"/>
            <a:r>
              <a:rPr lang="ko-KR" sz="1200"/>
              <a:t>상호작용 — 정기배송·배송 회차·결제 승인이 업무 메시지로 상호작용한다 / 메서드 시그니처와 설계 객체를 쓴다</a:t>
            </a:r>
          </a:p>
          <a:p>
            <a:pPr lvl="1"/>
            <a:r>
              <a:rPr lang="ko-KR" sz="1200"/>
              <a:t>상태 기계 — 예정·결제 승인됨·건너뜀·배송됨과 가드가 있다 / 화면 단계를 상태로 둔다</a:t>
            </a:r>
          </a:p>
          <a:p>
            <a:pPr lvl="1"/>
            <a:r>
              <a:rPr lang="ko-KR" sz="1200"/>
              <a:t>교차검토 — 연속 횟수를 판단할 정보, 결제 승인 후 건너뛰기의 처리를 질문으로 남긴다 / 모델 간 이름이 다르다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"예정일 2일 전"의 결제 승인 시점과 상태 이름은 교육용 가정이다.</a:t>
            </a:r>
          </a:p>
          <a:p>
            <a:pPr lvl="0"/>
            <a:r>
              <a:rPr lang="ko-KR" sz="1200"/>
              <a:t>결제 승인됨 상태의 건너뛰기(취소·환불·이월)는 "02. 요구 분석과 유스케이스" 실습에서 남긴 질문과 같다. 전이를 추측으로 그리지 않은 것이 이 예시의 핵심이다.</a:t>
            </a:r>
          </a:p>
          <a:p>
            <a:pPr lvl="0"/>
            <a:r>
              <a:rPr lang="ko-KR" sz="1200"/>
              <a:t>토론 질문: 이 상태는 누구의 것인가(정기배송인가, 배송 회차인가)? 아직 무엇을 모르는가?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6" Type="http://schemas.openxmlformats.org/officeDocument/2006/relationships/notesSlide" Target="../notesSlides/notesSlide66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8" Type="http://schemas.openxmlformats.org/officeDocument/2006/relationships/notesSlide" Target="../notesSlides/notesSlide68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0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240238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 "이미 출고됨"의 거절은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65760" y="2240238"/>
            <a:ext cx="4626864" cy="39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서로의 순서에 의존하지 않고, 합류는 둘 다 끝나기를 기다린다.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시스템의 처리를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기다리지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흐름의 순서,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요청자가 완료를 기다리는가의 구분이다. 서로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주문이 성립할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확정된다(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예로 둔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만들고 확정하는지는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배치의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66286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어떤 요청이 필요한지는 분석이 확인하고, 누가 요청하는지는 배치 예로 두어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4595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완료를 기다리지 않는 요청이 된다. 결과는 나중에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온다.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45954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240238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 출고 후의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92966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92966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2240238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 상태 목록은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pic>
        <p:nvPicPr>
          <p:cNvPr id="33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3011351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시스템이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여기서는 출고를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물류센터 반출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시작을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운송 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구분하는 업무를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 가정 아래 두 경계의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허용되지만, 가정대로라면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전이가 없는 이유는 둘 중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확인된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했거나, 요구가 아직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둘을 구분해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확정된 요구가 아니다. 화살표가 없는 것은 금지가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30465"/>
            <a:ext cx="411480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435556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배송 중의 취소가 거절되고, 취소는 출고 중단 → 환불 순서로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테스트 기대값으로 정하지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730465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2497276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된다"(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승인됨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바로 가는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성공을 축약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결제 요청과 승인은 따로 일어난다.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1842998"/>
          <a:ext cx="68656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순서에 의존하지 않는 호출 · 모두 끝난 뒤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기다리지 않는 요청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비동기의 기준은 반환값이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기다리는가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예제는 전달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(큐·이벤트)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생략하고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순서만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결제 대기 취소의 정책,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유스케이스"·"03.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정기배송 사례를 이어서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“정기배송 고객에게 다음 배송을 건너뛸 수 있는 버튼을 만들어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48시간 전까지만 가능, 연속 2회 초과 불가, 결제 승인 건 별도 처리, 다음 배송일 안내 필요)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「정기배송을 관리한다」의 활동 다이어그램과 건너뛰기 시나리오의 SSD를 그린다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건너뛰기의 도메인 객체 상호작용을 시퀀스 다이어그램으로 그린다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회차의 상태 기계를 그린다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(시간 이벤트 포함)</a:t>
            </a:r>
          </a:p>
          <a:p>
            <a:pPr lvl="3" marL="1008380" indent="-284480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정적 모델과 교차검토해 누락·모순을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개인 작성 → 소그룹 비교 → 교차검토 결과 공유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기준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SSD에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시스템 안의 객체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넣지 않고, 시스템의 책임은 업무 결과로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상호작용 참여자가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48시간·연속 2회 조건을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사건으로 다뤘는가?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모델에 없는 개념·상태를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검토 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정답이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앞의 사례와 같은 전제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(결제 전·마감 전·연속 제한에 걸리지 않는 고객 본인의 회차)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유지하며, 결제 시점과 상태 이름은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2735385" y="3236145"/>
            <a:ext cx="3673231" cy="2027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연속 2회를 판단하려면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직전 회차의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알아야 한다. 결제 승인됨 상태에서의 건너뛰기는 전이가 없다 → 요구에 되묻는다.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예정 배송일 : 날짜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만으로는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48시간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가드를 판단할 수 없다 → 기준 시각·시간대를 확인해 정적 모델의 속성 도메인이나 마감 규칙으로 되돌린다.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3022600" y="3124678"/>
            <a:ext cx="3098800" cy="303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금지된 전이는 거절 테스트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70</Slides>
  <Notes>55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74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 (1/2)</vt:lpstr>
      <vt:lpstr>51. 동적 모델에서 코드로 (2/2)</vt:lpstr>
      <vt:lpstr>52. 동적 모델의 한계</vt:lpstr>
      <vt:lpstr>53. 실습 — 동적 모델 (1/2)</vt:lpstr>
      <vt:lpstr>53. 실습 — 동적 모델 (2/2)</vt:lpstr>
      <vt:lpstr>54. 실습 — 검토 예시 (1/2)</vt:lpstr>
      <vt:lpstr>54. 실습 — 검토 예시 (2/2)</vt:lpstr>
      <vt:lpstr>55.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