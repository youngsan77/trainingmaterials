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무엇이 존재하는지를 다뤘다. 동적 모델은 무엇이 일어나는지를 다룬다. 설계 객체의 상호작용은 "세션 06. 분석 모델에서 설계 모델로"와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"세션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"세션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정한다("세션 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"세션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"세션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"세션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"세션 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"세션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"세션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"세션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"세션 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받는다("세션 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"세션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"세션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"세션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판단한다("세션 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"세션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하다("세션 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더한다("세션 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정한다("세션 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두 표현이 같은지와 출고를 누가 아는지를 질문으로 남겼다. 판단 주체가 다르다는 것은 공통 전제이고, 두 경계의 선후는 이 topic의 교육용 가정이다. 답이 정해지면 "세션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"세션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"세션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"세션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"세션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정상이다("세션 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유스케이스"에서 정의하고 "세션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"세션 01. OOAD 개요"의 다섯 다이어그램 코드, "세션 02. 요구 분석과 유스케이스"의 SSD·계약 코드, "세션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"세션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3815" y="4349496"/>
            <a:ext cx="5636369" cy="6659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249468"/>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250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3724656"/>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12010"/>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2749296"/>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23145"/>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35748"/>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3073492"/>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79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67515" y="2124456"/>
            <a:ext cx="4408971" cy="42520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462686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48615" y="2153894"/>
            <a:ext cx="4261154" cy="362248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490382" y="2124456"/>
            <a:ext cx="6163235" cy="42022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86330"/>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"세션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8805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960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9877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1244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36206"/>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2911394"/>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"세션 06. 분석 모델에서 설계 모델로"와 "세션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3374136"/>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86330"/>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124456"/>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124456"/>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6876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68765"/>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53894"/>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35366"/>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91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115038" y="3099816"/>
            <a:ext cx="4913923" cy="3209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3347812"/>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3099816"/>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173268"/>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53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3099816"/>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3176016"/>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04234"/>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057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7283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24456"/>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16350"/>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516350"/>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89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53894"/>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12445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13734"/>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52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244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3099816"/>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96811"/>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53894"/>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86330"/>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78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53849"/>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53849"/>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7318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410932"/>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86330"/>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12010"/>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86330"/>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437890"/>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898948"/>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411566"/>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2749296"/>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12010"/>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12010"/>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12010"/>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12010"/>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3769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12010"/>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"세션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"세션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"세션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흐름을 객체 노드로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프레임으로, 연결 구조는 링크로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162046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539240"/>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