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무엇이 존재하는지를 다뤘다. 동적 모델은 무엇이 일어나는지를 다룬다. 설계 객체의 상호작용은 "06. 분석 모델에서 설계 모델로"와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두 표현이 같은지와 출고를 누가 아는지를 질문으로 남겼다. 판단 주체가 다르다는 것은 공통 전제이고, 두 경계의 선후는 이 topic의 교육용 가정이다. 답이 정해지면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유스케이스"에서 정의하고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"01. OOAD 개요"의 다섯 다이어그램 코드, "02. 요구 분석과 유스케이스"의 SSD·계약 코드,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68748"/>
            <a:ext cx="8412480" cy="274320"/>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0219" y="4643068"/>
            <a:ext cx="5643563"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344852"/>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4640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3343"/>
            <a:ext cx="8412480" cy="274320"/>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4437663"/>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41448"/>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9751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3371839"/>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51383"/>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29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760"/>
            <a:ext cx="8412480" cy="274320"/>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4086080"/>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52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1260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99904" y="2186929"/>
            <a:ext cx="4344191" cy="41895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462686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27102" y="2117318"/>
            <a:ext cx="4304179" cy="365905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9493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560036" y="2269250"/>
            <a:ext cx="6023928" cy="41072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98486"/>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83663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381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743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01736"/>
            <a:ext cx="8412480" cy="274320"/>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3760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45220"/>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4677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482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79469"/>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3953789"/>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"06. 분석 모델에서 설계 모델로"와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697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4311298"/>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98486"/>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0460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578920"/>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9889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873218"/>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32189"/>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32189"/>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17318"/>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56535"/>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86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8054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411774" y="3554866"/>
            <a:ext cx="4320452" cy="282160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4724"/>
            <a:ext cx="8412480" cy="274320"/>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4179044"/>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531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4427503"/>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356535"/>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다. 더 형식적으로,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10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97094"/>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4071414"/>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3700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4511322"/>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770096"/>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716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1169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17318"/>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79774"/>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479774"/>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7276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17318"/>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07751"/>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88207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579596"/>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11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17318"/>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295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4437272"/>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60235"/>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1731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98486"/>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4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17273"/>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17273"/>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374356"/>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98486"/>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41448"/>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98486"/>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28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8441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590206"/>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947612"/>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648624"/>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017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21942"/>
            <a:ext cx="8412480" cy="274320"/>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3396262"/>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41448"/>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41448"/>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41448"/>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41448"/>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8441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41448"/>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222720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688535"/>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 DFD의 목적을 객체 노드로 이룬다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시퀀스와 프레임, 연결 구조는 커뮤니케이션과 링크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시퀀스 다이어그램 (안) 13. 실습 — 동적 모델</vt:lpstr>
      <vt:lpstr>상태 기계 다이어그램 (안) 13. 실습 — 동적 모델</vt:lpstr>
      <vt:lpstr>동적 모델 보완 (안) 13. 실습 — 동적 모델</vt:lpstr>
      <vt:lpstr>14.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