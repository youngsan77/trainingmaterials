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무게 배분상 1교시로 충분(커리큘럼 §무게 배분).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concept-ownership-map.md §교과 계보·서술 원칙과 같은 톤을 유지한다.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상속을 이 장의 boxes에서 빼고 다음 장(코드 대조)으로 미룬다 — "정의는 짧게" 원칙.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GoF "상속보다 합성을 선호하라"의 최소 예. R1(합계) 규칙 자체는 안 바꾼다 — 정책은 R1 위에 얹는 예시일 뿐.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교시1의 원칙 장(절차 vs 객체)과 같은 예를 다른 이름(캡슐화)으로 다시 짚는다 — 반복이 아니라 이름 붙이기.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부3(교시9)로 넘어가기 전 마지막 다리.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3(교시 9 "RDD·GRASP 원칙")으로 이어진다 — 이미 만들어져 있다.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OO 기초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OO 기초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88108" y="1024128"/>
            <a:ext cx="333375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없이도 이미 쓰고 있었다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개념, 네 이름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상속인가 조합인가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캡슐화 다시 보기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넷은 여기서 끝나지 않는다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OO 기초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추상화·캡슐화·다형성·상속 네 개념의 이름과 뜻을 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부1에서 써 온 개념 네 가지에 이름을 붙이고, 상속과 조합의 차이를 코드로 짚을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추상화·캡슐화·다형성·상속 각각의 뜻을 한 문장으로 말한다.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상속과 조합 중 언제 무엇을 쓰는지 코드로 본다.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넷이 부 3(GRASP) 이후 어디서 다시 등장하는지 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개념이 아니다 — 부1에서 이미 쓴 것에 이름을 붙이는 교시다.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이름 없이도 이미 쓰고 있었다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OO 기초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교시1의 "객체의 동기"는 사실 캡슐화였다 — 이름을 몰랐을 뿐이다.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이제 와서 이름을 붙이는가?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없으면 판단을 남에게 전달할 수 없다 — "그 방식"이라고만 말하면 다음 사람이 못 알아듣는다.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없을 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판단을 매번 처음부터 설명해야 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있을 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"캡슐화했다"는 한 마디로 판단을 공유한다.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탈신비화: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넷은 새 지식이 아니다 — 이미 하던 판단에 붙는 이름이다(GRASP·디자인 패턴과 같은 결).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네 개념, 네 이름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OO 기초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추상화·캡슐화·다형성·상속 — 각각 다른 질문에 답한다.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넷은 각각 무엇을 다루는가?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넷을 한 가지로 뭉치지 않는다 — 감출 것(캡슐화)과 공통으로 볼 것(추상화)과 재사용할 것(상속)과 갈아 끼울 것(다형성)은 다른 질문이다.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추상화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것에서 필요한 것만 남긴다.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캡슐화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데이터와 그것을 지키는 규칙을 한 곳에 감춘다.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다형성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타입마다 다른 동작을 같은 이름으로 부른다.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넷째: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상속은 다음 장에서 조합과 나란히 코드로 본다 — 정의만으로는 언제 쓸지 안 갈리기 때문이다.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상속인가 조합인가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OO 기초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정책을 코드로 얹는 두 가지 방법.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VIP 할인을 어떻게 얹는가?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Order를 상속해 만들 것인가, Order 안에 정책을 부품으로 끼워 넣을 것인가.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837261"/>
            <a:ext cx="4160520" cy="1391412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837261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093293"/>
            <a:ext cx="4014216" cy="106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구현에 결합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VipOrder extends Order {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Money total() {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super.total().times(0.9);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7261"/>
            <a:ext cx="4160520" cy="1391412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837261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093293"/>
            <a:ext cx="4014216" cy="106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 {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정책을 부품으로 교체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DiscountPolicy discount;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Money total()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discount.apply(rawTotal());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320113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할인 정책이 바뀌면 어느 쪽이 덜 흔들리나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종류가 늘면 상속은 클래스가 늘고, 조합은 정책 구현체만 늘어난다 — "합성 우선"이 여기서 나온다.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캡슐화 다시 보기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OO 기초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Order의 라인 목록을 밖에 그대로 노출하면 무엇이 깨지나.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lines를 public으로 두지 않는가?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재확인: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교시1에서 세운 동기(데이터와 규칙을 한 곳에)를 여기서 "캡슐화"라는 이름으로 다시 확인한다.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65932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노출하면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바깥에서 라인을 직접 추가·삭제한다.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R2(수량)·R3(최소구성)를 아무도 안 지킨다.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265932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감추면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addLine() 하나로만 바꾼다.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R2·R3를 그 메서드 하나가 지킨다.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이게 부3의 Information Expert가 하는 일이다 — 캡슐화된 데이터를 가진 자가 그 데이터를 다루는 책임도 가진다.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이 넷은 여기서 끝나지 않는다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OO 기초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 3~5에서 같은 개념이 다른 이름의 도구로 다시 나온다.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이름은 어디서 다시 만나는가?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 다 이후 부에서 더 정밀한 도구로 재등장한다 — 오늘은 그 이름만 미리 심어 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캡슐화·추상화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부3 Information Expert · Low Coupling.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다형성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부3 Polymorphism · Protected Variations.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상속·조합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부3 Creator(복잡 생성) · 부5 DDD 전술.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forward-ref: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이름만 — 각 도구가 "왜" 그렇게 판단하는지는 해당 부에서 정식으로 다룬다.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OO 기초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 다 이미 쓰던 판단이었다 — 오늘은 그 판단에 이름을 붙였다.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부로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붙은 네 개념을 가지고, 이제 "책임을 어디 둘지"를 판단하는 도구(GRASP)로 들어간다.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6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6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이름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0026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추상화·캡슐화·다형성·상속, 넷의 뜻.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78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878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선택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878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상속보다 조합이 나은 경우를 코드로 짚었다.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73047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73047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재등장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73047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넷은 부3~5에서 더 정밀한 도구로 다시 나온다.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책임을 어디 둘지 판단하는 도구(RDD·GRASP)로 들어간다 — OOAD의 진짜 난관이 시작된다.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책임은 무엇으로 판단해서 배치하는가.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2026-08-08T20:59:39Z</dcterms:created>
  <dcterms:modified xsi:type="dcterms:W3CDTF">2026-08-08T20:59:39Z</dcterms:modified>
</cp:coreProperties>
</file>