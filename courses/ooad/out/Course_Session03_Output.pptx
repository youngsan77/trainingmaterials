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BDD를 도구(Cucumber 등) 이야기로 빠지지 않게 한다 — 오늘은 문장 구조까지만.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BDD의 동기 — TDD와 다르다(유닛 단위가 아니라 유스케이스 단위 시나리오).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"시나리오는 새 지식이 아니라 이미 있는 상태 머신·규칙을 형식으로 옮긴 것"이라는 프레임을 세운다.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§6 전이표. R5·R6를 다시 짚는다.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"규칙 하나 = 시나리오 여러 개"라는 감각을 남긴다.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부5 forward-ref. 지금 용어를 앞당겨 정의하지 않는다.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1(교시 4 "정적 모델")로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38324" y="1024128"/>
            <a:ext cx="345821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글과 코드 사이의 틈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Given-When-Then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— 정상 취소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— 거부되는 취소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시나리오는 버려지지 않는다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유스케이스를 Given-When-Then 시나리오로 옮겨 실행 가능하게 만들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CancelOrder 유스케이스를 정상·거부 두 시나리오로 Given-When-Then으로 쓸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099816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글만으로는 검증되지 않는 격차를 짚는다.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Given-When-Then 각 절이 무엇을 담는지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R6 전이 규칙을 정상·거부 두 시나리오로 옮긴다.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교시2에서 만든 CancelOrder 유스케이스가 이 교시의 재료다.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글과 코드 사이의 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글은 "취소가 언제 허용되는지"를 코드가 지키는지 검증하지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문서가 맞다는 걸 무엇으로 아는가?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문서는 사람이 읽고, 코드는 기계가 실행한다 — 둘이 어긋나도 아무도 자동으로 알려주지 않는다.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문서만 있을 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바뀌어도 코드는 그대로 남는다.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어긋남은 결함 리포트로만 드러난다.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글이 곧 실행 가능한 검증이 되는 형식.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규칙(R6)이 시나리오 그대로 코드에 남는 형식.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검증되지 않는 문서는 시간이 지나면 코드와 어긋난 거짓말이 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Given-When-Then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Given=상태, When=행위, Then=기대 결과 — 셋이 한 시나리오다.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시나리오는 무엇으로 구성되는가?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Given은 시작 상태, When은 그 상태에서 벌어지는 행위, Then은 행위 뒤 반드시 성립해야 하는 결과다.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시나리오가 시작되는 상태를 고정한다.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상태에서 실행되는 행위 하나.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행위 뒤 반드시 참이어야 하는 결과.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절 각각의 내용은 지어내지 않는다 — 상태는 상태 머신에서, 결과는 도메인 규칙(R#)에서 온다.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시나리오 — 정상 취소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상태의 주문은 취소되면 CANCELLED가 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허용되는 취소를 어떻게 시나리오로 쓰는가?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R5(취소 조건): SHIPPED 이전 상태에서만 취소를 허용한다.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PENDING 상태다.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취소를 요청한다.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상태가 CANCELLED로 바뀐다.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Then의 근거는 R6 전이표의 "PENDING → 취소 → CANCELLED" 한 줄이다 — 새로 정한 게 아니다.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시나리오 — 거부되는 취소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SHIPPED 이후 상태의 주문은 취소가 거부된다.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허용되지 않는 취소는 어떻게 시나리오로 쓰는가?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대안흐름: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시나리오만 쓰면 절반이다 — 거부되는 경로도 같은 형식으로 검증 가능하게 만든다.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SHIPPED 상태다.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취소를 요청한다.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취소가 거부되고 주문 상태는 그대로다.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시나리오는 같은 R5·R6에서 나온 앞뒤 짝이다 — 규칙 하나가 시나리오 두 개를 낳는다.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이 시나리오는 버려지지 않는다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쓴 Given-When-Then이 부 5 애그리거트 실습에서 규칙 검증으로 재사용된다.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쓴 시나리오는 언제 다시 쓰는가?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애그리거트가 자기 불변식을 지키는지 검증할 때, 오늘 쓴 시나리오가 그대로 검증 케이스가 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59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지금(교시3)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시나리오를 글로 쓴다.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상태·행위·결과를 R5·R6에서 가져온다.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59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나중(부 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시나리오로 애그리거트 코드를 검증한다.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쓰지 않는다 — 고아 시나리오를 만들지 않는다.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애그리거트·불변식이라는 용어는 부 5(DDD 전술)에서 정식으로 다룬다 — 오늘은 재사용될 자리만 예고한다.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BDD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Given-When-Then은 상태 머신과 도메인 규칙을 실행 가능한 문장으로 옮긴 것이다.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쓴 두 시나리오(정상·거부 취소)는 상태 머신 한 조각이다 — 다음은 그 전체 구조를 정적 모델로 본다.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구조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Given=상태, When=행위, Then=결과.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재료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상태는 상태 머신, 결과는 R#에서 온다.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재사용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시나리오는 부 5 애그리거트 검증에서 다시 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텍스트에서 개념 모델(클래스 후보)을 뽑는다.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Order·OrderLine·Money 같은 개념이 텍스트 어디에서 후보로 드러나는가.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2026-08-08T20:59:38Z</dcterms:created>
  <dcterms:modified xsi:type="dcterms:W3CDTF">2026-08-08T20:59:38Z</dcterms:modified>
</cp:coreProperties>
</file>