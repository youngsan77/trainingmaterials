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ooad-lab-design.md 부3 (b).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교시10에서 본 세 쌍을 합친다는 프레임을 분명히 한다.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부3 종합(교시12)으로 넘어가는 다리라는 위치를 분명히 한다.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ooad-lab-design.md 부3 (b), 코드는 교시10의 O-1~O-3을 한 유스케이스로 합쳐 지었다.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교시8(캡슐화·결합)과의 연결을 명시적으로 짚는다.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"원칙은 따로, 판단은 하나"라는 감각을 남긴다 — 다음 교시(종합)의 전제다.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3(교시 12, 부 3 종합 겸 마지막 실습)으로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9896" y="1024128"/>
            <a:ext cx="312928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스니펫은 흩어져 있었다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통짜로 보는 이유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PlaceOrder, 절차 vs 객체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할인이 추가되면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쌍을 다시 찾으면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전체를 절차 버전·객체 버전으로 대조하고 확장 요구에 견주어 볼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교시10의 세 스니펫(계산·생성·응집)이 PlaceOrder 하나의 통짜 코드 안에서 함께 있을 때 무엇이 다른지 짚을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통짜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스니펫이 아니라 유스케이스 전체를 놓고 대조한다.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요구(할인)가 오면 어느 버전이 덜 흔들리는지 따진다.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교시10의 세 원칙이 이 통짜 안 어디에 있는지 찾는다.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교시10의 세 스니펫 쌍(O-1~O-3)이 이 교시의 재료다 — 새 코드가 아니라 합친 코드다.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스니펫은 흩어져 있었다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계산·생성·응집을 따로 보면 각각은 작아 보인다 — 합치면 다르다.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스니펫을 한 유스케이스에 합치면 무엇이 달라지는가?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버전은 스니펫 셋이 전부 한 함수 안에 쌓인다 — 그 함수 하나가 계산도 검증도 저장도 다 떠맡는다.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스니펫으로 볼 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문제(계산·생성·응집)가 독립돼 보인다.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통짜로 볼 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함수 안에서 세 문제가 서로 얽혀 쌓인다.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코드에서 문제는 스니펫처럼 따로 오지 않는다 — 한 함수 안에 함께 쌓인다.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통짜로 보는 이유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대조는 원칙을 보여주고, 통짜 대조는 판단을 보여준다.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통짜로 다시 보는가?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 여섯 원칙은 개별로 판단하는 도구다 — 실제 유스케이스에서는 그 여섯이 동시에, 서로 얽혀 판단된다.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부분(교시10)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하나씩 짚었다 — Information Expert, Creator, Cohesion.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전체(이 교시)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유스케이스 안에서 그 셋이 동시에 판단된다.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예고: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교시(12)가 부3 전체를 종합한다 — 이 교시는 그 다리다.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PlaceOrder, 절차 vs 객체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계산·검증·저장을 한 함수가 다 하는 것과, 각자에게 맡기는 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요구가 바뀔 때(예: 라인 할인 추가) 어느 버전이 덜 흔들리나?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교시10의 세 스니펫(O-1 계산·O-2 생성·O-3 응집)을 한 유스케이스로 합친다.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27177"/>
            <a:ext cx="4160520" cy="12115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2717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183209"/>
            <a:ext cx="401421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total = Money.ZERO;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it : items) {</a:t>
            </a:r>
            <a:endParaRPr lang="en-US" sz="9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검증·계산·저장을 한 함수가 다 함 </a:t>
            </a:r>
            <a:pPr algn="l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(it.qty() &lt; 1) throw new IllegalArgumentException();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total.add(it.price().times(it.qty()));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repo.save(new OrderRecord(id, items, total, PENDING));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7177"/>
            <a:ext cx="4160520" cy="12115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2717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183209"/>
            <a:ext cx="401421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order = Order.create(id);</a:t>
            </a:r>
            <a:endParaRPr lang="en-US" sz="9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addLine이 검증+생성(Creator) </a:t>
            </a:r>
            <a:pPr algn="l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items.forEach(it -&gt;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order.addLine(it.productId(), it.qty(), it.price()));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repo.save(order);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230197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이 함수 하나가 몇 가지 책임을 지고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버전의 5줄짜리 함수 하나가, 객체 버전에서는 order.addLine() 호출로 줄고 검증·계산은 Order 안에 산다.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할인이 추가되면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요구 하나로 두 버전이 얼마나 흔들리는지 견줘 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"라인마다 10% 할인"이 추가되면 어디를 고치나?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lab-design.md가 던진 바로 그 물음 — 새 요구가 왔을 때 변경 범위가 어디까지 번지는가.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37916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37916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버전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40252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로직이 있는 모든 함수를 찾아 고친다.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빠뜨린 곳은 버그로 남는다.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137916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37916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버전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540252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Order.addLine() 한 곳만 고친다.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호출부(PlaceOrder)는 그대로다.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범위의 차이가 바로 응집·결합의 차이다 — 교시8에서 이름 붙인 개념이 여기서 수치로 느껴진다.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세 쌍을 다시 찾으면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통짜 코드 안에서 O-1·O-2·O-3이 어디 있는지 짚는다.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 Expert·Creator·Cohesion은 이 코드 어디에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배운 세 원칙이 한 코드 안에서 동시에 판단된 결과가 order.addLine()·order.total() 두 호출이다.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 Expert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order.total()이 라인들에게 물어 계산한다(O-1).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order.addLine()이 생성·검증을 함께 갖는다(O-2).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Low·High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함수 자체가 짧아져 응집이 올라간다(O-3).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원칙은 따로 적용되지 않는다 — 한 설계 결정(책임을 Order로) 안에 셋이 동시에 들어 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책임 분배 실습 (통짜 대조)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통짜로 보면 원칙 여러 개가 한 판단 안에서 동시에 작동한다.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교시에서 합친 PlaceOrder를 다음(마지막 실습·부3 종합)에서 Order 전체 생애 주기로 넓힌다.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통짜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대조가 아니라 유스케이스 전체로 봐야 변경 범위가 보인다.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확장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요구 하나의 변경 범위가 곧 결합·응집의 실측이다.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동시성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 여섯 원칙은 한 판단 안에서 함께 작동한다.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하나가 아니라 Order의 생애 주기 전체(생성→결제→취소)로 GRASP 판단을 넓힌다.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Pay·CancelOrder까지 넓히면 같은 여섯 원칙이 또 다르게 조합되는가.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2026-08-08T20:59:40Z</dcterms:created>
  <dcterms:modified xsi:type="dcterms:W3CDTF">2026-08-08T20:59:40Z</dcterms:modified>
</cp:coreProperties>
</file>