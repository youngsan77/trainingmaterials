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"구조를 봤으니 이제 행동을 본다"는 전환을 분명히 한다.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동적 모델의 동기.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관점을 섞어서 한 다이어그램에 욱여넣지 않는다는 규율을 짚는다.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§8. 포트가 이미 아키텍처 과정의 재료임을 살짝 예고(forward-ref 아님, 이미 부0 확정).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order-domain-definition.md §6. 다음 교시(실습)에서 이 상태들을 상태도로 직접 그린다.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교시3과의 연결을 명시적으로 짚는다 — "새 규칙이 아니라 같은 R6의 다른 표현".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1(교시 7 "동적 모델 실습")로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09444" y="1024128"/>
            <a:ext cx="328041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행동을 말하지 않는다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관점, 상호작용과 상태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PlaceOrder의 호출 순서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거치는 상태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허용되는 전이만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유스케이스가 상호작용·상태 두 관점으로 어떻게 옮겨지는지 설명할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설명할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PlaceOrder의 협력자 호출 순서와 Order의 상태 전이를 각각 설명할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099816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상호작용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유스케이스가 협력자 호출 순서로 어떻게 펼쳐지는지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객체가 시간에 따라 거치는 상태를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모델과 동적 모델이 같은 대상의 다른 단면임을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교시4~5에서 그린 정적 모델(구조)이 이 교시의 재료다.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구조는 행동을 말하지 않는다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어떤 속성을 가졌는지 알아도, 언제 무엇이 바뀌는지는 모른다.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모델만 보고 이 코드가 언제 어떻게 도는지 알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다이어그램은 "무엇이 있는지"의 스냅샷이다 — 순서·시점·전이는 다른 표현이 필요하다.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PlaceOrder가 어떤 순서로 협력자를 부르는지.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Order가 어느 상태에서 어느 상태로 갈 수 있는지.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모델만으로 코드를 짜면 순서·조건을 다시 각자 판단한다.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합의만으로는 "언제"가 합의되지 않는다 — 행동은 별도로 명시해야 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두 관점, 상호작용과 상태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누구를 부르는가(상호작용)와 무엇이 어떤 상태인가(상태)는 다른 질문이다.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모델은 무엇을 담는가?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상호작용 관점은 호출 순서(시퀀스)를, 상태 관점은 한 객체의 생애 주기(상태 머신)를 담는다.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상호작용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유스케이스 안에서 누가 누구를 부르는 순서.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객체가 시간에 따라 거치는 상태들과 전이.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클래스가 상태를 가질 만큼 복잡하진 않다 — 상태가 의미 있는 대상(Order)에만 상태 관점을 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PlaceOrder의 호출 순서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생성이 어떤 협력자를 어떤 순서로 부르는가.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PlaceOrder는 무엇을 언제 부르는가?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협력자는 새로 짓지 않는다 — order-domain-definition.md §8(포트)의 InventoryPort·OrderRepository를 그대로 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 순서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InventoryPort로 재고 확인.</a:t>
            </a:r>
            <a:endParaRPr lang="en-US" sz="1200" dirty="0"/>
          </a:p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Order 생성 후 OrderRepository로 저장.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75076"/>
            <a:ext cx="4160520" cy="11009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7507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아는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9124"/>
            <a:ext cx="416052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"재고 확보됨/부족"만 안다 — 창고 로직은 모른다(§8).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포트는 결과만 돌려준다 — Order는 협력자 내부 구현을 모른 채로 순서만 조립한다.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Order가 거치는 상태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주문은 생성부터 배송 완료까지 다섯 상태를 거친다.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Order는 어떤 상태를 가지는가?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상태도 지어내지 않는다 — order-domain-definition.md §6의 5개 상태를 그대로 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37916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37916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40252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 PAID → SHIPPED → DELIVERED.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상태로 계속 이동한다.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137916"/>
            <a:ext cx="4114800" cy="11192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137916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 상태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540252"/>
            <a:ext cx="4114800" cy="7169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DELIVERED · CANCELLED.</a:t>
            </a:r>
            <a:endParaRPr lang="en-US" sz="1200" dirty="0"/>
          </a:p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전이가 없다(§6).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DELIVERED·CANCELLED는 종료 상태다 — 여기서 나가는 화살표는 없다.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허용되는 전이만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없는 전이는 전부 거부한다(R6).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상태와 상태 사이, 어떤 이동이 허용되는가?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R6(전이 규칙): 6절 전이표에 정의된 것만 허용하고, 그 외는 모두 거부한다.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PENDING에서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 → PAID. 취소 → CANCELLED.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PAID에서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시작 → SHIPPED. 취소 → CANCELLED.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SHIPPED에서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 완료 → DELIVERED. (취소 불가, R5)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표가 교시3의 취소 시나리오(Given-When-Then)가 나온 바로 그 근거다 — 같은 R6를 다른 형식으로 다시 본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동적 모델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모델은 상호작용(순서)과 상태(생애 주기) 두 관점으로 행동을 담는다.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교시로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본 상태 5개·전이표를 다음 교시에서 직접 상태도로 그리고 정적 모델과 대조한다.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874599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874599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상호작용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874599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PlaceOrder는 포트를 정해진 순서로 부른다.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598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598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상태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4598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Order는 5개 상태, 종료 상태는 둘.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0450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0450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규칙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0450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R6 전이표에 없는 전이는 전부 거부.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상태 머신을 상태도로 직접 그리고 정적 모델과 나란히 놓는다.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상태도로 그린 Order와 클래스 모델로 그린 Order는 같은 걸 말하는가, 다른 걸 말하는가.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2026-08-08T20:59:38Z</dcterms:created>
  <dcterms:modified xsi:type="dcterms:W3CDTF">2026-08-08T20:59:38Z</dcterms:modified>
</cp:coreProperties>
</file>