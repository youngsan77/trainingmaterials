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교시다. 청중 대부분이 왜 이 과정이 필요한지 확신 없이 앉아 있다.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아직 "객체가 답이다"라고 말하지 않는다. 문제만 세운다. 청중에게 최근에 고치기 무서웠던 함수 하나를 떠올려 보라고 물으면 다음 장으로 넘어가기 쉽다.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"캡슐화"라는 용어를 아직 강조하지 않는다(부 2에서 정식으로 다룬다). 여기서는 동기만 남긴다.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canon-stance.md `proposition.governing`(concept-ownership-map.md §프로그램 명제). 반론 대응(REBUTTAL, 정본 축자): "LLM이 결국 명세까지 충분히 잘하게 되면?" — 그런 도메인은 늘 늘어난다. 그러나 "LLM이 명세를 잘한다"는 곧 "그 도메인의 암묵지가 이미 명시화됐다"는 뜻이다. LLM은 명세를 창조하지 않고 명시화된 것을 재생한다. 명세 노동은 사라지지 않고 프런티어로 이동한다 — 아직 암묵인 도메인, 그리고 확률적 산출이 옳은지 통제하는 자리로. 개발자의 역할은 명세자→검증자로 올라갈 뿐, 판단은 항구적이다.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전문(TEXT)은 canon-stance.md가 정본이다 — 궁금하면 강사가 그 문서를 펴서 보여준다. id를 화면에 남기는 이유는 이 문서 밖에서도 정본을 추적할 수 있게 하기 위해서다.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program-design/order-domain-definition.md. 지금은 이름과 규칙 번호(R1~R7)만 익힌다 — 애그리거트 경계·포트의 의미는 부 5(DDD 전술)에서 다시 연다. 상태 머신은 부 1 동적 모델 실습에서 상태도로 다시 그린다(재사용, 새로 만들지 않는다).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program-design/ooad-curriculum-2day.md 부 1(교시 2 "요구사항 → 유스케이스")로 그대로 이어진다.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객체지향 분석·설계(OOAD)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Order로 배우는 요구에서 설계까지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04160" y="914400"/>
            <a:ext cx="2293620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오리엔테이션과 분석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</a:t>
            </a:r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오리엔테이션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07716" y="1024128"/>
            <a:ext cx="228473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절차지향의 한계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객체의 동기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선언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자세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소개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왜 필요한지 알고, 이 과정이 어떻게 판단력을 키우는지 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설명할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절차지향의 한계를 구체적으로 짚고, 이 과정의 자세·Order 도메인을 설명할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099816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절차지향 코드에서 무엇이 왜 깨지기 쉬운지 짚는다.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그 문제를 어떻게 다루는지 한 문장으로 말한다.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과정이 전제하는 세 가지 자세(정본)를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교시는 코드를 짜는 자리가 아니라 왜 이 과정을 듣는지 세우는 자리다.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절차지향의 한계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함수가 검증·계산·저장·응답을 전부 떠맡는다.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코드는 왜 손대기 무서워지는가?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그것을 다루는 절차가 따로 논다 — 로직 하나를 바꾸면 관련 없어 보이던 동작이 함께 깨진다.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83636"/>
            <a:ext cx="4160520" cy="128387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8363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숨은 결합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67684"/>
            <a:ext cx="4160520" cy="89983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데이터를 여러 함수가 각자 다르게 손댄다.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한쪽만 고치면 다른 쪽과 어긋난다.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183636"/>
            <a:ext cx="4160520" cy="128387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8363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 실종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567684"/>
            <a:ext cx="4160520" cy="89983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값을 누가 지켜야 하는지 코드 어디에도 안 적혀 있다.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지키는 사람은 코드가 아니라 사람의 기억이다.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코드가 지키지 않으면, 규칙을 지키는 일이 사람의 몫으로 남는다.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객체의 동기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그 데이터를 지키는 규칙을 한 곳에 묶는다.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코드의 어디에 살아야 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객체는 데이터를 감추고 그 데이터를 바꾸는 방법만 공개한다 — 규칙이 코드 한곳에 산다.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8376"/>
            <a:ext cx="4114800" cy="137836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8376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410712"/>
            <a:ext cx="4114800" cy="97603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어디서나 열려 있다.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절차마다 따로 적힌다.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하나 바뀌면 모든 절차를 찾아 고친다.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008376"/>
            <a:ext cx="4114800" cy="137836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008376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410712"/>
            <a:ext cx="4114800" cy="97603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객체 안에 감춰진다.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그 객체의 메서드 하나에 산다.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바뀌면 그 메서드만 고친다.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책임을 어디에 둘지 정하는 것이 이 과정 전체의 훈련이다 — 부 3에서 손으로 반복한다.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선언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792224"/>
            <a:ext cx="74066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우발 복잡도를 걷어낸다. 남는 본질 복잡도는 대부분 암묵지 — 요구사항·도메인 규칙·불변식·경계 — 이고, LLM은 이를 확률로 추론할 뿐 명세하지 못한다. 그 명세는 인간의 몫이며, 명세하지 못한 격차는 개발자가 메운다. 이 프로그램이 가르치는 요구공학·도메인 모델링·아키텍처가 바로 그 명세 기술이다. 도구가 강해질수록 이 역량은 덜 필요해지지 않고 더 드러난다. 용어는 새로워도 문제는 Brooks(essence/accidental)·에반스(VO·Aggregate)가 정리한 그것이다.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프로그램 자세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활동들은 완벽한 코드가 불가능해서 도입된 보정이다.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활동에 들이는 시간을 무엇으로 정당화하는가?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정본: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세 문장은 여섯 과정이 공유하는 정본이다(canon-stance.md) — 과정마다 다시 쓰지 않는다.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7955280" cy="2018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stance.necessary-evil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코드가 불가능해서 도입된 보정이다 — 목적에 맞게 쓰면 도움, 오용하면 필요악이다.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stance.just-enough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활동은 코드가 요구하는 만큼만 — 모자라면 부채(무지), 넘치면 그 자체가 부채(과잉)다.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stance.prevent-repay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활동 = 부채 예방, 사후 유지보수 = 부채 상환 — 서론의 자세는 예방이다.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문장은 이후 모든 부의 판단 기준이다 — 특히 부 3(GRASP)에서 "얼마나 설계할까"로 돌아온다.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Order 소개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과정 16교시가 전부 같은 도메인(Order)을 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계속 볼 예제는 무엇인가?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쇼핑몰 주문(Order) — 애그리거트 하나와 그 상태 전이, 직접 규칙만 다룬다(결제·재고·배송은 협력자로만 참조).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Order(루트) · OrderLine(다수) · Money·Quantity(값 객체).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결제·재고·배송은 포트 너머 협력자다.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7개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 합계·R2 수량·R3 최소구성·R4 변경시점.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 취소조건·R6 전이규칙·R7 결제선행.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092196"/>
            <a:ext cx="2712720" cy="146675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09219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머신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476244"/>
            <a:ext cx="2712720" cy="108271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 PAID → SHIPPED → DELIVERED.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취소는 PENDING·PAID에서만(→ CANCELLED).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규칙과 상태 머신은 정의를 바꾸지 않는다 — 바뀌는 것은 이 규칙을 코드 어디에 두는가뿐이다.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오리엔테이션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절차의 한계는 숨은 결합이고, 객체의 답은 책임을 데이터 옆에 두는 것이다.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교시에서 세운 세 가지(한계·동기·자세)를 이후 전 교시에서 계속 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626705"/>
            <a:ext cx="8503920" cy="64075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26705"/>
            <a:ext cx="2606040" cy="640751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한계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626705"/>
            <a:ext cx="589788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절차지향은 데이터와 규칙이 따로 놀아 숨은 결합을 만든다.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377184"/>
            <a:ext cx="8503920" cy="64075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77184"/>
            <a:ext cx="2606040" cy="640751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동기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377184"/>
            <a:ext cx="589788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객체는 데이터와 그 데이터를 지키는 규칙을 한 곳에 묶는다.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27663"/>
            <a:ext cx="8503920" cy="640751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27663"/>
            <a:ext cx="2606040" cy="640751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자세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27663"/>
            <a:ext cx="589788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필요악·Just Enough·예방 중심 — 이 세 자세로 이 과정 전체를 잰다.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세운 동기를 다음 교시부터 요구사항으로 구체화한다.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요구사항을 어떻게 유스케이스로 옮기는가.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2026-08-08T20:59:37Z</dcterms:created>
  <dcterms:modified xsi:type="dcterms:W3CDTF">2026-08-08T20:59:37Z</dcterms:modified>
</cp:coreProperties>
</file>