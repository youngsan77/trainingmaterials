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부3 마지막 교시 — 종합을 겸한다.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"일반화의 위험"을 짚고 왜 더 봐야 하는지 세운다.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§8(markPaid/markPaymentFailed).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§8(markPaid 예).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§5(R5)·§6. 교시3의 G-W-T 재사용을 명시적으로 짚는다(lab-design.md가 예고한 그대로).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부3 종합의 핵심 장 — "코드는 다르지만 판단은 같다"는 감각을 남긴다.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4(교시 13 "SOLID")로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24100" y="1024128"/>
            <a:ext cx="349377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 하나로는 부족하다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유스케이스마다 같은 질문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Pay: 결제 뒤 전이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Cancel: 취소 조건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유스케이스, 같은 패턴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Pay·CancelOrder에도 같은 GRASP 판단이 반복되는 패턴을 확인하고, 부3을 회수할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생애 주기 전체에서 "자기 상태를 아는 자가 전이를 결정한다"는 패턴이 반복됨을 코드로 확인한다.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Pay·CancelOrder에 GRASP을 적용해 본다.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유스케이스마다 반복되는 판단(정보 소재 추론)을 알아본다.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부0(자세)~부2(개념)까지 부3에서 어떻게 만나는지 정리한다.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교시11의 PlaceOrder 통짜 대조가 이 교시의 출발점이다 — 생애 주기 나머지로 넓힌다.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PlaceOrder 하나로는 부족하다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하나만 보고 "이게 GRASP 전부"라고 결론 내리면 틀린다.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결제·취소에서도 같은 판단이 적용되는가?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PlaceOrder에서 본 패턴(자기 상태를 아는 자가 처리)이 우연인지 반복되는 원칙인지는 다른 유스케이스로 확인해야 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유스케이스만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패턴이 PlaceOrder만의 특수 사정인지 알 수 없다.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생애 주기 전체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Pay·Cancel까지 봐야 반복되는 원칙인지 확인된다.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원칙은 한 예로 증명되지 않는다 — 여러 유스케이스에서 반복돼야 원칙이라 부를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매 유스케이스마다 같은 질문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판단(전이 정당성)을 누가 갖는가"는 유스케이스가 바뀌어도 같은 질문이다.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유스케이스가 바뀌면 GRASP 질문도 바뀌는가?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경계(정본):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order-domain-definition.md §8: 외부 실패 대응은 유스케이스가, 상태 불변식(전이 정당성)은 도메인(Order)이 갖는다 — 규칙 누수가 아니라 역할 분리다.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유스케이스가 갖는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실패·재고 부족 같은 외부 상호작용의 결과 판단.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갖는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결과를 받아 전이가 정당한지(R6·R7)를 스스로 확인.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경계는 새로 정하지 않는다 — order-domain-definition.md §8이 이미 확정한 것을 GRASP 어휘로 다시 읽을 뿐이다.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Pay: 결제 뒤 전이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성공 여부를 안 뒤, 상태를 누가 바꾸는가.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결제가 끝나면 상태 전이는 누가 결정하나?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Information Expert — 전이 정당성(R7: 결제 선행)을 아는 자는 Order 자신이다.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32079"/>
            <a:ext cx="4160520" cy="1001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32079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288111"/>
            <a:ext cx="4014216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(order.getStatus() != PENDING)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IllegalStateException();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ok = gateway.charge(order.getTotal());</a:t>
            </a: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상태를 직접 바꿈 </a:t>
            </a:r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(ok) order.setStatus(PAID);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032079"/>
            <a:ext cx="4160520" cy="100177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32079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288111"/>
            <a:ext cx="4014216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PaymentResult r = paymentPort.charge(order.total());</a:t>
            </a: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전이 소유(R6·R7) </a:t>
            </a:r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order.markPaid(r);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Order.markPaid(): R6·R7 전이 정당성을 스스로 확인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125295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결제 뒤 상태 전이 책임이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성공·실패 "판단"은 유스케이스가, "전이가 정당한가"는 Order가 — §8 경계 그대로다.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Cancel: 취소 조건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SHIPPED 이후면 거부, 그 전이면 허용 — 이 판단은 누가 하는가.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가능 여부는 누가 판단하나?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교시3의 Given-When-Then 시나리오가 여기서 코드가 된다 — Order가 자기 상태(R5)를 보고 스스로 결정한다.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조건을 판단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(order.getStatus() == SHIPPED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order.getStatus() == DELIVERED)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IllegalStateException();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order.setStatus(CANCELLED);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130123"/>
            <a:ext cx="4160520" cy="106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30123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386155"/>
            <a:ext cx="401421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취소 조건 소유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order.cancel();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Order.cancel(): 자기 상태로 R5(취소 조건)를</a:t>
            </a:r>
            <a:endParaRPr lang="en-US" sz="9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스스로 확인하고 거부하거나 전이한다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283283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취소 조건 판단이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교시3에서 쓴 시나리오(Given=PENDING/SHIPPED, When=취소 요청, Then=허용/거부)가 그대로 이 코드의 사양이다 — 고아가 되지 않았다.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세 유스케이스, 같은 패턴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PlaceOrder·Pay·Cancel 모두 "자기 상태를 아는 자가 처리"로 수렴한다.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유스케이스를 나란히 놓으면 무엇이 반복되는가?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수렴: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유스케이스는 다르지만 원칙 적용은 같다 — Information Expert가 매번 "누가 아는가"로 답을 준다.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addLine()이 생성·검증(Creator+Expert)을 갖는다.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markPaid()가 전이 정당성(Expert)을 갖는다.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cancel()이 취소 조건(Expert)을 갖는다.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메서드 이름은 다르지만 판단 절차(정보 소재 추론)는 하나다 — 이게 원칙이 도구인 이유다.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책임 분배 실습 (부 3 종합)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GRASP는 매 유스케이스마다 같은 질문(정보가 어디 있나)을 되묻는 도구다.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 0~3을 가지고 다음 부로 무엇을 들고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부0의 자세(Just Enough)·부1의 모델(정적·동적)·부2의 이름(캡슐화 등)이 부3에서 GRASP 판단 하나로 합류했다.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부0 회수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필요악·Just Enough — GRASP도 판단 도구지 정답표가 아니다.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부1 회수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모델의 클래스·동적 모델의 상태 전이가 GRASP 판단의 재료였다.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부3 결론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원칙은 여럿이지만 판단 절차(정보 소재 추론)는 하나다.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배치를 원칙으로 다듬고(SOLID) 테스트로 설계 압력을 앞당긴다.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GRASP로 배치한 책임이 변화에 정말 견디는지, 무엇으로 다시 확인하는가.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2026-08-08T20:59:40Z</dcterms:created>
  <dcterms:modified xsi:type="dcterms:W3CDTF">2026-08-08T20:59:40Z</dcterms:modified>
</cp:coreProperties>
</file>