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§A~D.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§A-1·A-2. 부0에서 본 "절차 vs 객체" 동기를 책임이라는 구체적 단위로 좁힌다.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§A-3.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§B-1(코드 축자, 3클래스 협력을 단가 압축). 이 한계가 다음 Pure Fabrication을 부른다.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§B-2(코드는 산문 "Sale이 makeLineItem() 책임"에서 옮김). 다음: 복잡 생성 → Factory.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§B-3(Register 코드 축자). 다음: 유스케이스별 분리 → Application Service(아키텍처 forward-ref).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§B-4(코드 없음 — 산문 추론을 코드로 옮김). 다음: Protected Variations·DIP(forward-ref).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§B-5(코드 없음 — 산문 추론을 코드로 옮김). 다음: 도메인에 안 맞는 응집 덩어리 → Pure Fabrication.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§B-6(코드 축자). 다음: 변형을 인터페이스 뒤로 감추는 일반화 → Protected Variations·Strategy.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§C-1~C-3. B-1(저장)·B-5(응집 덩어리)의 한계가 Pure Fabrication으로 풀리는 연결을 짚는다.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grasp-source.md §D. 다음 연결은 교시10(책임 분배 실습)으로 이어진다 — 도메인만 바뀐다(NewPOS→Order), 추론 절차는 같다.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09444" y="1024128"/>
            <a:ext cx="328041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설계는 데이터 구조가 아니다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 배치는 판단이다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Information Expert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Creator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 Coupling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 Cohesion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Polymorphism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의도적 조작 3원칙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책임을 어디 둘지 판단하는 도구(GRASP)를 정보 소재 추론으로 쓸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 핵심 6원칙과 의도적 조작 3원칙을 NewPOS 예로 설명하고, 각 원칙의 한계까지 말할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본체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설계가 곧 책임 배치이고, 그 판단을 GRASP가 돕는다는 관계를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어디 있는지 추적해 책임을 배치하는 절차를 코드로 확인한다.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원칙이 언제 억지가 되는지, 그 한계가 다음 원칙을 어떻게 부르는지 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교시2~7(분석)에서 만든 모델에 이제 책임을 배치한다 — OOAD의 진짜 난관이 시작된다.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설계는 데이터 구조가 아니다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"무슨 클래스가 있나"가 아니라 "이 책임은 누가 지나"가 설계 질문이다.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설계에서 정하는 것은 무엇인가?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설계 = 역할(객체)에게 책임을 나눠 주고, 그 책임을 완수하도록 협력을 짜는 일이다.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doing 책임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무언가를 하거나 다른 객체에 시킨다.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6600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6600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knowing 책임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60648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데이터·파생값·관계를 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요구도 책임을 어디 두느냐로 설계가 갈린다 — 총액 계산을 바깥에 두면 절차적, Sale에 두면 객체적이다.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책임 배치는 판단이다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정답표가 없어서, 판단을 돕는 도구가 필요하다 — GRASP·SOLID·DbC.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그 판단을 돕는가?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GRASP는 책임을 "어디" 둘지, SOLID(특히 SRP·DIP)는 그 배치가 "변화에 견디는지"를 본다 — 같은 설계를 두 각도에서 본다.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92196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9219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476244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 할당 판단을 돕는 9개 관점(Larman).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SOLID처럼 정돈된 틀이지 유일 정답은 아니다.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092196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09219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476244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배치가 변화에 견디는지(SRP·DIP 중심).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092196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09219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476244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책임에는 계약(사전·사후조건)이 따른다.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규율: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GRASP는 정답표가 아니다 — 이제부터 6원칙을 정보 소재 추론으로 하나씩 확인한다.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Information Expert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있는 곳에 행위를 — 책임을 그 정보를 가진 클래스에 준다.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Sale의 총액(grand total)은 누가 계산하나?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라인을 아는 자→Sale이 총액을, 수량을 아는 자→SalesLineItem이 소계를, 단가를 아는 자→ProductDescription이 가격을 각자 맡는다.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30123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30123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386155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 total = Money.ZERO;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바깥이 직접 순회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li : sale.getLineItems())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total.add(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li.getQty() * li.getPrice());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130123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30123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386155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Information Expert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 total = sale.getTotal();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Sale.getTotal(): 각 라인에 subtotal을 묻는다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SalesLineItem.getSubtotal(): qty×price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283283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계산 책임이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 가졌다고 늘 책임을 주면 안 된다 — DB 저장을 Sale에 주면 응집이 무너지고 도메인이 인프라에 결합된다.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Creator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집약·초기화 정보를 가장 많이 가진 자가 생성한다.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SalesLineItem을 누가 생성하나?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Sale이 SalesLineItem을 집약하고 생성에 필요한 정보를 안다 — 바깥이 조립하면 Sale의 내부 구성 규칙이 밖으로 샌다.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30123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30123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386155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ProductDescription d = catalog.find(id);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바깥이 조립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SalesLineItem li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SalesLineItem(d, qty);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sale.getLineItems().add(li);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130123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30123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386155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Creator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sale.makeLineItem(id, qty);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Sale.makeLineItem():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집약 정보로 생성 책임을 가짐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283283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생성 책임이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로직이 복잡하거나(조건부 타입 선택) 재료가 여러 곳에 흩어지면 Creator가 억지가 된다.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Controller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이벤트를 받을 첫 객체는 UI가 아니라 도메인 경계의 컨트롤러다.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enterItem 같은 시스템 연산을 누가 받나?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UI가 직접 도메인을 헤집으면 업무 로직이 UI로 샌다 — Register가 이벤트를 받아 도메인에 위임하면 UI와 도메인이 분리된다.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65277"/>
            <a:ext cx="4160520" cy="1391412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65277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221309"/>
            <a:ext cx="4014216" cy="106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UI 이벤트 핸들러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ProductDescription d = catalog.find(id);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UI가 업무 로직 소유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sale.makeLineItem(d, qty);   // UI가 직접 조작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965277"/>
            <a:ext cx="4160520" cy="1391412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65277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221309"/>
            <a:ext cx="4014216" cy="106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Register {              // Controller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enterItem(ItemID id, int qty) {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d = catalog.find(id);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currentSale.makeLineItem(d, qty);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448129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이벤트 처리 책임이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컨트롤러가 모든 연산을 받으면 비대해진다(bloated controller) — 저응집이다.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Low Coupling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 간 의존을 낮게 — 한 곳의 변화가 번지지 않도록.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구현이 바뀌면 Sale도 흔들려야 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Sale이 결제 구현을 직접 의존하면 결제가 바뀔 때 Sale이 흔들린다 — Payment의 역할(인터페이스)만 알면 구현 교체가 무영향이다.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30123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30123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386155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Sale {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 구현 의존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CreditCardGateway gateway;   // 구체 구현 의존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pay() { gateway.charge(total);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130123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30123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386155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Sale {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 Coupling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 payment;              // 역할만 의존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pay() { payment.authorize(total);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283283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결제 의존이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결합을 0으로 추구하면 오히려 인공 중개가 늘어 이해가 어려워진다 — 낮은 결합도 정도의 판단이다.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High Cohesion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요소는 밀접히 관련된 책임만 — 한 가지를 잘하게.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클래스가 주문·결제·배송을 다 맡아야 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 Coupling과 짝이다 — 책임을 응집 단위로 쪼갠다: Sale(주문), Payment(결제), Shipment(배송).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47700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47700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303732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저응집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Sale {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placeOrder() {...}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processPayment() {...}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arrangeShipment() {...}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047700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47700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303732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 Cohesion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Sale { void placeOrder() {..}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 { void charge() {..}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Shipment { void ship() {..} 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36570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역할이 왜 나뉘어야 하나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지나치게 잘게 쪼개면 협력 비용(객체 수·간접)이 커진다 — 응집도 정도의 판단이다.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Polymorphism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타입에 따라 동작이 갈릴 때 조건 분기 대신 다형성으로.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수단마다 분기문이 곳곳에 번지면 무엇이 문제인가?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Payment를 다형 타입으로 만들면 새 결제 수단이 생겨도 분기문을 고치지 않고 타입만 추가한다.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47700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47700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303732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분기 번짐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(type == CASH) { ...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(type == CREDIT) { ...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새 결제 수단마다 분기 추가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047700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47700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303732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Polymorphism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Payment {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AuthResult authorize(Money amt);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CashPayment implements Payment {...}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CreditPayment implements Payment {...}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36570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수단별 분기가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변형이 하나뿐이거나 안 늘면 다형성은 과잉(불필요한 계층)이다.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의도적 조작 3원칙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정보에 충실한 배치가 결합·응집을 해칠 때, 일부러 인공물·간접층을 만든다.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6원칙이 응집·결합을 해칠 때는 어떻게 하나?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셋은 도메인에 없는 것을 일부러 만드는 조작이다(DIP처럼) — 지금까지의 한계 대부분이 이 셋으로 풀린다.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92196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9219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Pure Fabrication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476244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밖 인공 클래스(예: 저장을 맡는 Repository).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Expert 배치가 응집을 해칠 때 쓴다.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092196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09219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Indirection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476244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결합을 피하는 중개자(Controller·Adapter).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092196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09219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Protected Variations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476244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 지점을 안정된 인터페이스로 감싼다.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DIP·OCP와 같은 뿌리.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Protected Variations는 아키텍처의 의존성 규칙이 구조 수준에서 실현하는 바로 그 원칙이다.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책임 주도 설계(GRASP) 강의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원칙은 단일 관점의 판단이다 — 여러 원칙의 긴장이 패턴이 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단계논리: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GRASP(원칙) → 디자인 패턴(Factory=복잡 Creator, Strategy=Polymorphism+PV) → 아키텍처 패턴. 원칙을 알면 패턴을 유도하고, 모르면 암기한다.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RDD가 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GRASP·SOLID는 그 판단을 돕는 도구일 뿐이다.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정보 소재 추론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어디 있는지 추적하면 책임이 보인다.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DDD 복선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GRASP는 "어디"는 주지만 "경계"는 안 준다 — 그 공백이 DDD를 부른다.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본 6원칙을 Order 도메인에서 손으로 여러 번 반복한다 — 코드는 다르지만 추론은 같다.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NewPOS에서 본 정보 소재 추론을 Order에 적용하면 책임이 똑같이 이동하는가.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2026-08-08T20:59:39Z</dcterms:created>
  <dcterms:modified xsi:type="dcterms:W3CDTF">2026-08-08T20:59:39Z</dcterms:modified>
</cp:coreProperties>
</file>