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교시9(GRASP 강의)의 원칙을 그대로 가져와 도메인만 NewPOS에서 Order로 바꿔 반복한다.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 0의 "절차지향의 한계"를 GRASP 렌즈로 다시 연다 — 같은 현상, 더 정밀한 어휘.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헤더 주석에만 있던 "렌즈" 설명을 실제 슬라이드로 꺼냈다(OI-3 정리 중 보완).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ooad-lab-design.md 쌍 O-1(축자). 손가락으로 "누가 라인을 순회하나"를 짚게 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쌍 O-1은 lab-design.md 축자, 이 코드는 그 설명("절차: 바깥에서 new OrderLine 조립 → 객체: Order.addLine이 생성·검증 소유")에서 이번에 지었다.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ooad-lab-design.md 쌍 O-3의 설명에서 이번에 코드를 지었다(원문엔 코드가 없었다). 다음 교시(11)의 통짜 대조(PlaceOrder 2벌)가 이 세 쌍을 한 유스케이스로 합친다.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ooad-lab-design.md 부3 (b) 통짜 대조(PlaceOrder 2벌)로 이어진다(교시 11 예정).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22804" y="1024128"/>
            <a:ext cx="27470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책임이 잘못 놓인 코드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이동의 렌즈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계산의 책임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생성의 책임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결합과 응집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절차적 코드를 여러 번 객체 협력으로 옮겨 보고, 책임이 어디로 가는지 손으로 짚는다.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259495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교시9에서 배운 정보 전문가(Information Expert)·창조자(Creator)·낮은 결합도(Low Coupling)·높은 응집도(High Cohesion) 네 원칙으로, 코드 두 벌을 보고 책임이 어디로 갔는지 짚을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코드에서 책임이 실제로 어디 놓여 있는지 짚는다.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재적용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교시9에서 NewPOS로 배운 네 원칙을 Order로 옮겨 적용한다.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쌍의 코드 대조에서 책임 이동을 손가락으로 짚는다.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0에서 세운 동기(데이터와 규칙을 한 곳에)를 손으로 확인하는 자리다.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책임이 잘못 놓인 코드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계산도 생성도 역할 구분도 전부 바깥 코드가 떠맡는다.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코드에서 "누가 담당인지"를 어떻게 알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가진 객체가 스스로 하지 않으면, 그 데이터를 아는 모든 바깥 코드가 각자 다시 그 일을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계산이 바깥에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합계를 서비스 함수가 라인을 순회하며 계산한다.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로직이 필요한 곳마다 복제된다.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역할이 안 나뉨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주문·결제·배송을 전부 안다.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고치면 나머지도 흔들린다.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셋(계산·생성·역할)은 부 3에서 그대로 세 쌍의 대조가 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책임 이동의 렌즈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아키텍처는 규칙이 레이어를 넘고, OOAD는 책임이 절차에서 객체로 넘는다.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259495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교시는 교시9의 정의를 어떻게 다시 확인하는가?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교시9의 정의를 다시 설명하지 않는다 — 대신 정보 소재 추론이라는 같은 절차를 Order 코드에서 손으로 반복한다. 렌즈는 "규칙이 어디로 이동하나"가 아니라 "책임이 절차에서 객체로 어떻게 이동하나"이다.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41192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41192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아키텍처의 렌즈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825240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레이어를 가로질러 이동한다(서비스 → 도메인).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41192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41192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OOAD의 렌즈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825240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책임이 절차에서 객체로 이동한다.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쌍은 교시9의 여섯 원칙 중 정보 전문가·창조자·낮은 결합도·높은 응집도 넷을 다룬다 — 제어자·다형성은 부3 나머지 교시에서 다룬다.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합계 계산의 책임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가진 자가 스스로 계산하게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합계를 누가 계산해야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전문가(Information Expert) — 필요한 데이터를 가장 잘 아는 객체가 그 일을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107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10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58139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Money.ZERO;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데이터 순회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line : order.getLines())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total.add(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line.getPrice().times(line.getQty()));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02107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02107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58139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전문가(Information Expert)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order.total();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Order.total():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lines가 스스로 subtotal을 알고 합산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155267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계산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절차가 라인을 순회하던 계산이 order.total() 하나로 줄었다 — 계산 지식이 데이터를 가진 쪽으로 옮겨갔다.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생성의 책임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조립에 필요한 데이터를 가장 많이 가진 자가 만든다.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라인은 누가 만들고 검증해야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창조자(Creator) — Order가 자기 라인의 구성·검증 규칙을 가장 잘 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19684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1968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175716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(qty &lt; 1)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IllegalArgumentException("qty");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조립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OrderLine line =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OrderLine(productId, qty, price);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order.getLines().add(line);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19684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1968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175716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창조자(Creator)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order.addLine(productId, qty, price);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Order.addLine():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검증 + 생성을 한곳에서 소유(Creator)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3769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생성·검증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생성이 바깥 두 줄에서 order.addLine() 하나로 — 잘못된 라인을 만들 방법이 사라졌다.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결합과 응집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다 아는 것과, 각자 하나만 아는 것의 차이.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주문·결제·배송을 다 알아야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결합도(Low Coupling)·높은 응집도(High Cohesion) — 적게 알수록 결합이 낮고, 한 가지만 하면 응집이 높다.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저응집·고결합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OrderManager {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placeOrder(...) { ...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chargePayment(...) { ...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arrangeShipping(...) { ...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47700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47700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03732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응집도(High Cohesion)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{ void addLine(...) {..} }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결합도(Low Coupling)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PaymentPort { Result charge(...) {..} }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ShippingPort { void ship(...) {..}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36570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역할이 왜 나뉘어야 하나 — 결제 방식이 바뀌면 어느 쪽이 덜 흔들리나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클래스가 셋을 다 알던 것이 셋으로 나뉘었다 — 결제 방식이 바뀌어도 PaymentPort만 흔들린다.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책임 분배 실습 (GRASP 1)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책임은 데이터를 가장 잘 아는 자에게 간다 — 계산도, 생성도, 역할도.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교시에서 짚은 세 쌍(계산·생성·응집)을 다음 교시의 통짜 대조에서 한 유스케이스로 합친다.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정보 전문가(Information Expert)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합계는 order.total()이 스스로 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창조자(Creator)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생성·검증은 order.addLine()이 함께 갖는다.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낮은 결합도·높은 응집도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주문·결제·배송은 각자의 클래스로 나뉜다.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쌍을 한 유스케이스(PlaceOrder)로 합쳐서 통짜로 대조한다.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버전과 객체 협력 버전, PlaceOrder 하나를 통짜로 대조하면 무엇이 다른가.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2026-08-09T08:07:26Z</dcterms:created>
  <dcterms:modified xsi:type="dcterms:W3CDTF">2026-08-09T08:07:26Z</dcterms:modified>
</cp:coreProperties>
</file>