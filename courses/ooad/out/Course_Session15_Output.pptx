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ddd-tactics-source.md §A~C. 배분 3분.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ddd-tactics-source.md §A. 배분 4분.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ddd-tactics-source.md 서두. 배분 4분.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ddd-tactics-source.md §B(코드 축자, 위반 예는 문제 서술에서 구성). R2(수량)도 VO 생성자가 강제한다. 배분 6분.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ddd-tactics-source.md §C 문제·추론. 배분 5분.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ddd-tactics-source.md §C(코드 축자)·한계. "아 이게 어렵겠다"는 감각이 DDD 과정 동기다. 배분 6분.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연결은 ooad-curriculum-2day.md 부 5(교시 16 "Domain Service·Repository·Factory")로 이어진다. 배분 4분.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15. DDD 전술 개관 · Entity·VO·Aggregate 목차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15. DDD 전술 개관 · Entity·VO·Aggregate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139188" y="1024128"/>
            <a:ext cx="3956050" cy="5138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목표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어디까지가 한 단위인가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탈신비화 3단으로 읽는다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Value Object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Aggregate — 경계는 불변식이 정한다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루트를 통해서만 접근한다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학습 목표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15. DDD 전술 개관 · Entity·VO·Aggregate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VO·Aggregate의 뜻과, 애그리거트 경계를 정하는 기준(불변식)을 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교시가 끝나면 무엇을 할 수 있는가?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도달점: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GRASP가 안 준 질문("무엇을 하나의 경계로 볼까")에 VO·Aggregate가 어떻게 답하는지 설명할 수 있다.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227832"/>
            <a:ext cx="7955280" cy="1195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VO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식별자 없는 값에 왜 클래스를 씌우는지 안다.</a:t>
            </a:r>
            <a:endParaRPr lang="en-US" sz="1400" dirty="0"/>
          </a:p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Aggregate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불변식이 애그리거트 경계를 어떻게 정하는지 안다.</a:t>
            </a:r>
            <a:endParaRPr lang="en-US" sz="1400" dirty="0"/>
          </a:p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탈신비화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개념들이 새 이론이 아니라 이미 하던 판단의 명명임을 안다.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출발점: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부3(GRASP)에서 배치는 정했다 — 부5는 그 배치가 사는 "경계" 자체를 본다.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어디까지가 한 단위인가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15. DDD 전술 개관 · Entity·VO·Aggregate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[현상]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GRASP는 "누가 책임지나"는 줬어도 "무엇이 한 경계인가"는 안 줬다.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Order와 OrderLine을 왜 따로 저장하면 깨지는가?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연관된 데이터를 한 트랜잭션으로 묶어야 하는 경우가 있다 — 개발자는 늘 감으로 "이건 같이 묶어야 해"를 해 왔다.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404616"/>
            <a:ext cx="4160520" cy="84191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40461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없을 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788664"/>
            <a:ext cx="4160520" cy="45787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팀마다·개발자마다 경계가 달라 일관성이 없다.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404616"/>
            <a:ext cx="4160520" cy="84191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40461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이름이 필요한 이유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788664"/>
            <a:ext cx="4160520" cy="45787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경계를 판단하는 공통 기준이 있어야 합의가 된다.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991B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동기: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GRASP·SOLID로는 답이 없다 — 이 공백을 에반스가 메웠다.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탈신비화 3단으로 읽는다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15. DDD 전술 개관 · Entity·VO·Aggregate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[원칙]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하던 문제 → 이름 없어 흩어졌던 것 → 명명·패턴화, 세 걸음.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부는 앞의 부들과 무엇이 다른가?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방식: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교시의 모든 개념은 같은 세 걸음으로 연다 — 새 지식 암기가 아니라 이미 하던 판단에 이름을 붙이는 과정이다.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313176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313176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이미 풀던 문제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697224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개발자는 이 문제를 늘 다뤄 왔다.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15640" y="3313176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5640" y="3313176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이름 없던 것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15640" y="3697224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팀마다 다르게 풀어 일관성이 없었다.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11240" y="3313176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1240" y="3313176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명명·패턴화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11240" y="3697224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에반스가 이름을 붙여 공통 어휘로 만들었다.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계보: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Larman(OOAD)이 안 다룬 것을 에반스가 얹었다 — 이 교시가 그 이음매다.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Value Object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15. DDD 전술 개관 · Entity·VO·Aggregate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식별자 없이 값 자체로 의미를 갖는 것 — 돈·수량처럼.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Money를 그냥 정수로 다루면 무엇이 문제인가?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탈신비화: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돈·수량은 늘 다뤄 온 값이다. ② 팀마다 원시 타입·유틸로 제각각 다뤄 일관성이 없었다. ③ 에반스가 "식별자 없음·값 동등성·불변"으로 VO를 명명했다.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2965277"/>
            <a:ext cx="4160520" cy="1391412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965277"/>
            <a:ext cx="4160520" cy="256032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원시 타입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" y="3221309"/>
            <a:ext cx="4014216" cy="1062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money = 10000;</a:t>
            </a:r>
            <a:endParaRPr lang="en-US" sz="11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 없는 연산도 컴파일됨 </a:t>
            </a:r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total = money + orderId;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965277"/>
            <a:ext cx="4160520" cy="1391412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965277"/>
            <a:ext cx="4160520" cy="256032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36592" y="3221309"/>
            <a:ext cx="4014216" cy="1062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VO — 불변·값 동등성 </a:t>
            </a:r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class Money {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final long cents;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Money add(Money o) {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requireSameCurrency(o); ...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4448129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물음: 규칙(R1·R2)이 어디에 살 수 있는가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991B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한계·대비: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것을 VO로 만들면 과잉이다 — 식별자로 추적해야 하는 것(Order·Customer)은 Entity다(OO 기초에서 이미 다룸).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Aggregate — 경계는 불변식이 정한다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15. DDD 전술 개관 · Entity·VO·Aggregate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지켜야 할 규칙은 안, 결과적이면 밖.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Order·OrderLine·재고, 어디까지가 한 애그리거트인가?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탈신비화: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"이건 같이 묶어야 해"는 늘 하던 감이다. ② 경계 기준이 없어 팀마다 달랐다. ③ 에반스가 "불변식을 공유하는 묶음, 루트를 통해서만 접근"으로 명명했다.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304032"/>
            <a:ext cx="4114800" cy="1043087"/>
          </a:xfrm>
          <a:prstGeom prst="rect">
            <a:avLst/>
          </a:prstGeom>
          <a:solidFill>
            <a:srgbClr val="FFFFFF"/>
          </a:solidFill>
          <a:ln w="15875">
            <a:solidFill>
              <a:srgbClr val="991B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304032"/>
            <a:ext cx="4114800" cy="402336"/>
          </a:xfrm>
          <a:prstGeom prst="rect">
            <a:avLst/>
          </a:prstGeom>
          <a:solidFill>
            <a:srgbClr val="991B1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즉시(애그리거트 안)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706368"/>
            <a:ext cx="411480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R1(합계)·R3(최소 1라인) — Order 내부, 한 트랜잭션.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3304032"/>
            <a:ext cx="4114800" cy="1043087"/>
          </a:xfrm>
          <a:prstGeom prst="rect">
            <a:avLst/>
          </a:prstGeom>
          <a:solidFill>
            <a:srgbClr val="FFFFFF"/>
          </a:solidFill>
          <a:ln w="15875">
            <a:solidFill>
              <a:srgbClr val="0079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3304032"/>
            <a:ext cx="4114800" cy="402336"/>
          </a:xfrm>
          <a:prstGeom prst="rect">
            <a:avLst/>
          </a:prstGeom>
          <a:solidFill>
            <a:srgbClr val="007965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결과적(애그리거트 밖)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3706368"/>
            <a:ext cx="411480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 ≥ 주문량 — Order·Inventory에 걸침, 최종 일관성.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불변식이 경계를 정한다 — 즉시 지켜야 하면 안, 결과적이면 밖이다.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루트를 통해서만 접근한다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15. DDD 전술 개관 · Entity·VO·Aggregate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바깥이 라인을 직접 만지면 불변식이 무방비해진다.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경계를 정했으면 어떻게 코드로 지키는가?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order-domain-definition.md §4: OrderLine을 외부에서 직접 바꾸는 경로는 없다 — Order를 통해서만 변경된다.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47700"/>
            <a:ext cx="4160520" cy="1226566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047700"/>
            <a:ext cx="4160520" cy="256032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" y="3303732"/>
            <a:ext cx="4014216" cy="897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List&lt;OrderLine&gt; lines = order.getLines();</a:t>
            </a:r>
            <a:endParaRPr lang="en-US" sz="11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루트 없이 직접 변경 </a:t>
            </a:r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lines.add(new OrderLine(...));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repo.saveLines(lines);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3047700"/>
            <a:ext cx="4160520" cy="1226566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047700"/>
            <a:ext cx="4160520" cy="256032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Aggregate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36592" y="3303732"/>
            <a:ext cx="4014216" cy="897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불변식을 여기서만 강제 </a:t>
            </a:r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Order {              // Aggregate Root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List&lt;OrderLine&gt; lines;   // 루트를 통해서만 접근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addLine(...) { /* R4 강제 */ }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Money total() { /* R1 */ }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4365706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물음: 불변식을 누가 지키는가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991B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한계(DDD 복선):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경계를 어디 긋느냐가 진짜 어려운 판단이다 — 이 소개는 "불변식이 정한다"까지, 실제 경계 설계는 DDD 1일 과정이 판다.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요약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15. DDD 전술 개관 · Entity·VO·Aggregate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VO는 값에, Aggregate는 경계에 이름을 붙였다 — 둘 다 이미 하던 판단이다.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가지고 다음 교시로 가는가?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회수: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Entity(식별자 있음)는 VO(식별자 없음)의 반대편이다 — 이미 OO 기초·Order 소개에서 닿은 개념이라 오늘은 대비로만 확인했다.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02615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002615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VO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3002615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식별자 없음·값 동등성·불변.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587831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587831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Aggregate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3587831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불변식이 경계를 정한다, 루트를 통해서만 접근.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4173047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173047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한계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4173047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 설계 자체는 이 교시에서 안 한다 — DDD 과정의 몫.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 안(Aggregate)에서 애매한 로직과 저장은 누가 맡는가.</a:t>
            </a:r>
            <a:endParaRPr lang="en-US" sz="14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다음: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계좌 이체처럼 한 객체에 안 맞는 로직, 그리고 저장은 누가 갖는가.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2026-08-08T20:59:41Z</dcterms:created>
  <dcterms:modified xsi:type="dcterms:W3CDTF">2026-08-08T20:59:41Z</dcterms:modified>
</cp:coreProperties>
</file>