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부1(분석)의 마지막 교시다. 실습 시간이 대부분. 배분 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상태도가 새 정보가 아니라 같은 정보의 다른 표현임을 분명히 한다.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상태도 그리기의 유일한 함정은 "빠진 것 같아서" 임의로 화살표를 추가하는 것 — 미리 경고.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손으로 5개 원을 그리게 한다.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화살표 개수를 세게 해서 누락·과다를 스스로 검산하게 한다.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"두 산출물이 서로 다른 도구가 아니라 같은 대상의 다른 확대율"이라는 감각을 남긴다.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연결은 ooad-curriculum-2day.md 부 2(교시 8 "추상화·캡슐화·다형성·상속")로 이어진다.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동적 모델 실습 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동적 모델 실습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316988" y="1024128"/>
            <a:ext cx="3511550" cy="5138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목표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표는 전체를 한눈에 안 보여준다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상태도 = 노드 + 간선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— 상태를 노드로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— 전이를 간선으로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Order, 두 관점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학습 목표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동적 모델 실습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 상태 머신을 상태도로 그리고, 정적 모델과 대조할 수 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교시가 끝나면 무엇을 할 수 있는가?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도달점: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R6 전이표를 상태도(노드+간선)로 옮기고, 클래스 모델과 무엇이 같고 다른지 말할 수 있다.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227832"/>
            <a:ext cx="7955280" cy="1195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상태를 노드로 나열한다.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허용 전이만 간선으로 긋는다.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대조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정적 모델과 나란히 놓고 관점 차이를 짚는다.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출발점: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교시6에서 강의로 본 상태·전이표가 이 교시의 재료다 — 새로 만들지 않는다.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표는 전체를 한눈에 안 보여준다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동적 모델 실습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[현상]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전이표를 줄 단위로 읽으면 "이 상태에서 어디까지 갈 수 있는지"가 한눈에 안 들어온다.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PAID 상태에서 갈 수 있는 곳을 표에서 바로 짚을 수 있는가?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표는 전이 하나하나를 정확히 담지만, 한 상태를 기준으로 전체 그림을 보려면 줄을 다시 훑어야 한다.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404616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40461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표의 한계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788664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상태 기준으로 흩어진 줄을 다시 모아야 한다.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404616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40461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상태도의 이점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788664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상태에서 나가는 화살표를 한눈에 본다.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991B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정보라도 표현이 바뀌면 놓치던 것이 보인다 — 상태도가 그 표현이다.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상태도 = 노드 + 간선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동적 모델 실습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[원칙]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상태는 노드, 이벤트는 간선 — 표에 없는 전이는 간선을 긋지 않는다.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상태도는 무엇으로 이루어지는가?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노드=상태, 간선=이벤트에 의한 전이. 간선이 없는 두 상태 사이는 곧 "그 전이는 불법"이라는 뜻이다(R6).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404616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40461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788664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하나(PENDING·PAID 등)를 원 하나로.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404616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40461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788664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허용된 전이만 화살표로 긋는다.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규율: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"혹시 몰라서" 화살표를 추가로 긋지 않는다 — 표에 없으면 긋지 않는 것 자체가 R6의 표현이다.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Step 1 — 상태를 노드로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동적 모델 실습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 상태를 노드로 나열하고 종료 상태를 표시한다.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노드는 몇 개이고, 어느 것이 끝인가?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order-domain-definition.md §6의 5개 상태를 그대로 노드로 옮긴다.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276600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276600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노드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60648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 · PAID · SHIPPED.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276600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276600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 노드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660648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DELIVERED · CANCELLED(이중 테두리로 표시).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 상태는 나가는 화살표가 없는 노드로 그리면 R6가 자연히 눈에 보인다.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Step 2 — 전이를 간선으로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동적 모델 실습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전이표(R6)의 5개 줄을 화살표 5개로 옮긴다.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개의 화살표가 필요한가?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§6 전이표를 한 줄도 빠짐없이, 한 줄도 더하지 않고 옮긴다.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276600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276600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PENDING·PAID에서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60648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각각 취소 화살표 → CANCELLED(R5).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276600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276600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화살표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660648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PENDING→PAID→SHIPPED→DELIVERED.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검산: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화살표 총 5개(§6과 정확히 일치)가 아니면 표를 다시 대조한다.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같은 Order, 두 관점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동적 모델 실습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모델은 무엇이 있는지, 상태도는 무엇이 어떻게 바뀌는지 보여준다.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모델을 나란히 놓으면 무엇이 다른가?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대조: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모델의 status: OrderStatus 한 줄이, 상태도에서는 5개 노드와 5개 화살표로 펼쳐진다.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265932"/>
            <a:ext cx="4114800" cy="1119287"/>
          </a:xfrm>
          <a:prstGeom prst="rect">
            <a:avLst/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265932"/>
            <a:ext cx="4114800" cy="402336"/>
          </a:xfrm>
          <a:prstGeom prst="rect">
            <a:avLst/>
          </a:prstGeom>
          <a:solidFill>
            <a:srgbClr val="991B1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정적 모델(교시4~5)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68268"/>
            <a:ext cx="411480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status라는 속성 하나로 표시된다.</a:t>
            </a:r>
            <a:endParaRPr lang="en-US" sz="1200" dirty="0"/>
          </a:p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구조(무엇이 있는지)를 담는다.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3265932"/>
            <a:ext cx="4114800" cy="1119287"/>
          </a:xfrm>
          <a:prstGeom prst="rect">
            <a:avLst/>
          </a:prstGeom>
          <a:solidFill>
            <a:srgbClr val="FFFFFF"/>
          </a:solidFill>
          <a:ln w="15875">
            <a:solidFill>
              <a:srgbClr val="0079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265932"/>
            <a:ext cx="4114800" cy="402336"/>
          </a:xfrm>
          <a:prstGeom prst="rect">
            <a:avLst/>
          </a:prstGeom>
          <a:solidFill>
            <a:srgbClr val="007965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동적 모델(교시6~7)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3668268"/>
            <a:ext cx="411480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속성이 가질 수 있는 값·전이가 펼쳐진다.</a:t>
            </a:r>
            <a:endParaRPr lang="en-US" sz="1200" dirty="0"/>
          </a:p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행동(어떻게 바뀌는지)을 담는다.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모델은 경쟁하지 않는다 — 정적 모델의 속성 하나가 동적 모델에서 자세히 펼쳐진 것뿐이다.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요약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동적 모델 실습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분석(부 1)은 여기서 끝난다 — 요구사항에서 정적·동적 모델까지 손으로 만들었다.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가지고 다음 부로 가는가?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회수: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교시2~7에서 만든 유스케이스·정적 모델·상태도가 이후 모든 부(GRASP·SOLID·DDD)의 재료가 된다.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2615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002615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노드·간선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3002615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상태=노드, 허용 전이=간선, 표에 없으면 안 긋는다.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587831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587831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대조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3587831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정적=구조, 동적=행동, 같은 대상의 다른 관점.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173047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173047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재사용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4173047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 1의 산출물은 부 3·5에서 코드로 다시 등장한다.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 2에서 객체 개념(추상화·캡슐화·다형성·상속)을 짧게 정리하고, 부 3(GRASP)으로 간다.</a:t>
            </a:r>
            <a:endParaRPr lang="en-US" sz="14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객체가 무엇으로 되어 있는지 개념만 빠르게 정리하면, 왜 그것으로 충분한가.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2026-08-08T20:59:39Z</dcterms:created>
  <dcterms:modified xsi:type="dcterms:W3CDTF">2026-08-08T20:59:39Z</dcterms:modified>
</cp:coreProperties>
</file>