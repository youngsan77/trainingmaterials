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정본: ooad-curriculum-2day.md 부4("SOLID | DIP·SRP 중심"). 배분 3분.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grasp-source.md §A-3("GRASP가 어디, SOLID가 변화 내구성")을 그대로 이어받는다. 배분 4분.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범위 판단은 grasp-source.md 같은 전용 소스 없이 커리큘럼 표기를 그대로 따른 것 — open-issues 대상 아님(커리큘럼이 이미 명시적으로 정한 범위). 배분 4분.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탈신비화 서술 원칙(concept-ownership-map §교과 계보) 그대로 적용 — 새 문제가 아니라 재명명. 배분 6분.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정본: order-domain-definition.md §8. 코드는 교시9 B-4(Low Coupling)를 DIP 방향(화살표) 관점으로 재구성. 배분 6분.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정본: concept-ownership-map.md §OOD ↔ 아키텍처 이음매(DIP → 의존성 규칙, 재정박 지점). 배분 5분.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 연결은 ooad-curriculum-2day.md 부 4(교시 14 "TDD로 설계 압력")로 이어진다. 배분 4분.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13. SOLID 목차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13. SOLID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434336" y="1024128"/>
            <a:ext cx="3218180" cy="5138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목표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배치가 끝이 아니다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SOLID 다섯 중 둘만 깊게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SRP — 변경 이유는 하나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DIP — 의존 방향의 역전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DIP는 여기서 끝나지 않는다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학습 목표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13. SOLID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SRP·DIP를 코드로 설명하고, 왜 이 둘을 먼저 보는지 말할 수 있다.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1003463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교시가 끝나면 무엇을 할 수 있는가?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도달점: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SRP(변경 이유 하나)와 DIP(의존 방향 역전)를 Order 코드로 설명하고, DIP가 왜 아키텍처로 이어지는지 안다.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3227832"/>
            <a:ext cx="7955280" cy="1195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전환 —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GRASP(어디 둘까)에서 SOLID(견디나)로 질문이 바뀜을 안다.</a:t>
            </a:r>
            <a:endParaRPr lang="en-US" sz="1400" dirty="0"/>
          </a:p>
          <a:p>
            <a:pPr algn="l" marL="177800" indent="-1778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SRP —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클래스가 변경 이유를 하나만 갖는지 코드로 짚는다.</a:t>
            </a:r>
            <a:endParaRPr lang="en-US" sz="1400" dirty="0"/>
          </a:p>
          <a:p>
            <a:pPr algn="l" marL="177800" indent="-1778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DIP —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의존 방향이 구체에서 추상으로 뒤집히는 걸 코드로 짚는다.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출발점: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부3(GRASP)에서 배치한 책임이 이제 "변화에 견디는가"라는 새 질문을 받는다.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02. 배치가 끝이 아니다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13. SOLID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[현상] </a:t>
            </a:r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GRASP로 책임을 잘 나눴어도, 요구가 바뀌면 그 배치가 흔들릴 수 있다.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747431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책임을 어디 둘지 정했으면 그걸로 충분한가?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"누가 맡을까"(GRASP)를 정한 뒤에도 "이 배치가 변화에 견디나"라는 별도 질문이 남는다.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276600"/>
            <a:ext cx="4160520" cy="84191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276600"/>
            <a:ext cx="41605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GRASP가 답한 것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3660648"/>
            <a:ext cx="4160520" cy="45787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책임을 누가 맡는가.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3276600"/>
            <a:ext cx="4160520" cy="84191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276600"/>
            <a:ext cx="41605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SOLID가 답할 것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3660648"/>
            <a:ext cx="4160520" cy="45787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배치가 다음 변경에도 버티는가.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전환: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설계를 다른 질문(변화 내구성)으로 다시 검사하는 것이 이 교시다.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SOLID 다섯 중 둘만 깊게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13. SOLID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[원칙] </a:t>
            </a:r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커리큘럼이 이미 정했다 — DIP·SRP 중심, 나머지는 이름만.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747431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무엇을 깊게 보고 무엇을 이름만 보는가?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범위: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OCP·LSP·ISP는 이름과 한 줄 정의만 남긴다 — 오늘의 코드 추론은 SRP·DIP 둘에만 쓴다.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017520"/>
            <a:ext cx="4160520" cy="136007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017520"/>
            <a:ext cx="41605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깊게(코드)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3401568"/>
            <a:ext cx="4160520" cy="97603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SRP — 변경 이유는 하나여야 한다.</a:t>
            </a:r>
            <a:endParaRPr lang="en-US" sz="1200" dirty="0"/>
          </a:p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DIP — 상위가 하위 구현이 아니라 추상에 의존.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3017520"/>
            <a:ext cx="4160520" cy="136007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017520"/>
            <a:ext cx="41605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이름만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3401568"/>
            <a:ext cx="4160520" cy="97603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OCP — 확장엔 열리고 수정엔 닫힌다.</a:t>
            </a:r>
            <a:endParaRPr lang="en-US" sz="1200" dirty="0"/>
          </a:p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LSP — 하위 타입이 상위를 대체할 수 있다.</a:t>
            </a:r>
            <a:endParaRPr lang="en-US" sz="1200" dirty="0"/>
          </a:p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ISP — 쓰지 않는 메서드에 의존하지 않는다.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규율: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Just Enough(부0 자세) — 커리큘럼 무게가 SOLID를 "DIP·SRP 중심"으로 이미 정해 뒀다, 억지로 다섯을 다 채우지 않는다.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04. SRP — 변경 이유는 하나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13. SOLID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[적용] </a:t>
            </a:r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규칙이 바뀌는 이유와 저장 방식이 바뀌는 이유는 다르다.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1003463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Order가 계산도 저장도 다 하면 무엇이 문제인가?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재확인: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본 문제다 — 교시9 Pure Fabrication에서 "저장을 Sale에 주면 응집이 무너진다"고 했다. SOLID는 그걸 "변경 이유"라는 잣대로 다시 잰다.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2882854"/>
            <a:ext cx="4160520" cy="1556258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882854"/>
            <a:ext cx="4160520" cy="256032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위반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3192" y="3138886"/>
            <a:ext cx="4014216" cy="1227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Order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addLine(...) {...}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Money total() {...}</a:t>
            </a:r>
            <a:endParaRPr lang="en-US" sz="11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변경 이유 둘(업무규칙+저장방식) </a:t>
            </a:r>
            <a:pPr algn="l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saveToDb() { jdbc.execute(...); }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2882854"/>
            <a:ext cx="4160520" cy="1556258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882854"/>
            <a:ext cx="4160520" cy="256032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36592" y="3138886"/>
            <a:ext cx="4014216" cy="1227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Order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addLine(...) {...}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Money total() {...}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SRP — 변경 이유 하나만 </a:t>
            </a:r>
            <a:pPr algn="l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OrderRepository {   // Pure Fabrication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save(Order o) {...}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" y="4530552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물음: 이 클래스가 바뀔 이유가 몇 개인가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연결: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교시9의 Pure Fabrication(인공물로 응집 지키기)과 오늘의 SRP(변경 이유 분리)는 같은 판단을 다른 이름으로 부른 것이다.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05. DIP — 의존 방향의 역전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13. SOLID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[적용] </a:t>
            </a:r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구체 구현에 의존하던 방향을, 추상(인터페이스)에 의존하도록 뒤집는다.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1003463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Order가 결제 게이트웨이를 직접 알면 무엇이 문제인가?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재확인: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교시9 Low Coupling에서 본 그 예다 — 오늘은 "의존 방향"이라는 잣대로 같은 코드를 다시 읽는다.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010235"/>
            <a:ext cx="4160520" cy="1301496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010235"/>
            <a:ext cx="4160520" cy="256032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위반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3192" y="3266267"/>
            <a:ext cx="4014216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Order {</a:t>
            </a:r>
            <a:endParaRPr lang="en-US" sz="1000" dirty="0"/>
          </a:p>
          <a:p>
            <a:pPr algn="l" indent="0" marL="0">
              <a:buNone/>
            </a:pPr>
            <a:r>
              <a:rPr lang="en-US" sz="8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Order → 구체 구현 </a:t>
            </a:r>
            <a:pPr algn="l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CreditCardGateway gateway = new CreditCardGateway();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pay() { gateway.charge(total()); }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3010235"/>
            <a:ext cx="4160520" cy="1301496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010235"/>
            <a:ext cx="4160520" cy="256032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36592" y="3266267"/>
            <a:ext cx="4014216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DIP — 구현이 추상에 의존 </a:t>
            </a:r>
            <a:pPr algn="l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PaymentPort { Result charge(Money amt); }</a:t>
            </a:r>
            <a:endParaRPr lang="en-US" sz="8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Order {</a:t>
            </a:r>
            <a:endParaRPr lang="en-US" sz="8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PaymentPort payment;</a:t>
            </a:r>
            <a:endParaRPr lang="en-US" sz="8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pay() { payment.charge(total()); }</a:t>
            </a:r>
            <a:endParaRPr lang="en-US" sz="8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CreditCardGateway implements PaymentPort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20040" y="4403171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물음: 의존 화살표가 어느 쪽을 향하는가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재료: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PaymentPort는 새로 짓지 않았다 — order-domain-definition.md §8이 이미 정의한 그 포트다.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06. DIP는 여기서 끝나지 않는다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13. SOLID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[적용] </a:t>
            </a:r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뒤집은 화살표 하나가 다음 과정 전체의 골격이 된다.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1003463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방향 역전은 다음에 어디서 다시 만나는가?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forward-ref: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해법(레이어링·의존성 규칙)은 여기서 안 가르친다 — 소유는 아키텍처 과정이다(concept-ownership-map.md §OOD↔아키텍처 이음매).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313176"/>
            <a:ext cx="4160520" cy="102479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313176"/>
            <a:ext cx="41605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오늘(OOAD)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3697224"/>
            <a:ext cx="4160520" cy="6407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인터페이스 하나로 방향을 뒤집는다는 개념까지.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3313176"/>
            <a:ext cx="4160520" cy="102479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313176"/>
            <a:ext cx="41605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다음(아키텍처)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3697224"/>
            <a:ext cx="4160520" cy="6407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방향 역전이 "의존성 규칙"이라는 이름으로 레이어 전체에 적용된다.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경계: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오늘은 클래스 둘 사이의 화살표, 아키텍처에서는 레이어 전체의 화살표 — 같은 원칙, 다른 규모다.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07. 요약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13. SOLID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SOLID는 GRASP가 배치한 책임을 "변화에 견디는가"로 다시 검사한다.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1003463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가지고 다음 교시로 가는가?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회수: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SRP·DIP 둘 다 이미 부3에서 본 판단(Pure Fabrication·Low Coupling)을 다른 잣대로 다시 읽은 것이다.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002615"/>
            <a:ext cx="85039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002615"/>
            <a:ext cx="2606040" cy="475488"/>
          </a:xfrm>
          <a:prstGeom prst="rect">
            <a:avLst/>
          </a:prstGeom>
          <a:solidFill>
            <a:srgbClr val="EBF1F8"/>
          </a:solidFill>
          <a:ln/>
        </p:spPr>
        <p:txBody>
          <a:bodyPr wrap="square" lIns="72009" tIns="72009" rIns="72009" bIns="72009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SRP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26080" y="3002615"/>
            <a:ext cx="5897880" cy="475488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ctr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변경 이유가 하나인지로 응집을 다시 잰다.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3587831"/>
            <a:ext cx="85039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587831"/>
            <a:ext cx="2606040" cy="475488"/>
          </a:xfrm>
          <a:prstGeom prst="rect">
            <a:avLst/>
          </a:prstGeom>
          <a:solidFill>
            <a:srgbClr val="EBF1F8"/>
          </a:solidFill>
          <a:ln/>
        </p:spPr>
        <p:txBody>
          <a:bodyPr wrap="square" lIns="72009" tIns="72009" rIns="72009" bIns="72009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DIP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26080" y="3587831"/>
            <a:ext cx="5897880" cy="475488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ctr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의존 방향이 추상을 향하는지로 결합을 다시 잰다.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4173047"/>
            <a:ext cx="85039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4173047"/>
            <a:ext cx="2606040" cy="475488"/>
          </a:xfrm>
          <a:prstGeom prst="rect">
            <a:avLst/>
          </a:prstGeom>
          <a:solidFill>
            <a:srgbClr val="EBF1F8"/>
          </a:solidFill>
          <a:ln/>
        </p:spPr>
        <p:txBody>
          <a:bodyPr wrap="square" lIns="72009" tIns="72009" rIns="72009" bIns="72009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forward-ref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926080" y="4173047"/>
            <a:ext cx="5897880" cy="475488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ctr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DIP는 아키텍처의 의존성 규칙으로 재정박된다.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배치를 테스트가 먼저 요구하게 만들면 설계 판단이 얼마나 앞당겨지는지 본다.</a:t>
            </a:r>
            <a:endParaRPr lang="en-US" sz="14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다음: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테스트를 먼저 쓰면 SRP·DIP가 저절로 강제되는가.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2026-08-08T20:59:40Z</dcterms:created>
  <dcterms:modified xsi:type="dcterms:W3CDTF">2026-08-08T20:59:40Z</dcterms:modified>
</cp:coreProperties>
</file>