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실습(교시5)에서 손으로 할 절차를 강의로 먼저 세운다.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정적 모델의 동기 — "구조를 명시적으로 합의하는 도구"라는 프레임.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"먼저 무엇이 있는지, 그다음 어떻게 구현할지" 순서를 강조한다.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§3. 값 객체 개념은 여기서 이름만, 정식 정의는 부5 forward-ref.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R2(수량)·R3(최소구성)가 이 관계의 다중성 제약(예: 라인 최소 1개)으로 이어진다는 걸 살짝 짚는다.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"지금은 무엇이 있는지만, 누가 할지는 나중"이라는 경계를 분명히 한다.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1(교시 5 "정적 모델 실습")로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09444" y="1024128"/>
            <a:ext cx="328041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텍스트에는 구조가 없다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모델에서 클래스 모델로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Order의 개념 후보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사이 관계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Order, 두 모델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모델이 클래스 모델로 승격되는 과정을 설명할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설명할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텍스트에서 개념·관계를 뽑고, 거기에 타입·연산을 더해 클래스 모델로 옮기는 과정을 설명한다.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텍스트에서 개념(후보 명사)이 어떻게 드러나는지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사이 관계·다중성을 어떻게 정하는지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승격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모델과 클래스 모델의 차이를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교시2~3에서 만든 유스케이스·시나리오가 이 교시의 재료다.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텍스트에는 구조가 없다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 문장은 무엇이 개념이고 무엇이 관계인지 표시하지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문장만 읽고 클래스를 바로 그릴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"주문은 라인을 가진다"는 문장에서 Order·OrderLine이 개념인지, has가 관계인지는 사람이 판단해서 뽑아야 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숨은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명사 중 어느 것이 개념이고 어느 것이 속성인지.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관계의 방향·다중성.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텍스트를 읽고도 사람마다 다른 모델을 그린다.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 없이 코드로 넘어가면 나중에 어긋난다.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명시하지 않으면 각자의 머릿속 모델이 코드 곳곳에서 충돌한다.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개념 모델에서 클래스 모델로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모델은 명사·관계만, 클래스 모델은 타입·연산까지 더한다.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모델은 무엇이 다른가?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모델(후보 명사 + 관계 + 속성) → 클래스 모델(타입·가시성·연산 추가) — 정보가 점점 구체화된다.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명사(개념)와 관계·다중성.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속성은 이름만, 타입은 아직 없다.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모델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속성에 타입을 매긴다.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행위(연산)를 더하고 가시성을 정한다.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개념부터 정하지 않고 클래스로 바로 가면, 구현 세부(타입·메서드)가 개념 합의를 가려버린다.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Order의 개념 후보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유비쿼터스 용어에서 후보 명사를 그대로 가져온다.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도메인의 개념 후보는 무엇인가?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짓지 않는다 — order-domain-definition.md §3(유비쿼터스 용어)를 그대로 후보로 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Order(애그리거트 루트) · OrderLine(품목 한 줄).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개념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Money(금액) · Quantity(수량) — 값 객체.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 개념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 · OrderStatus — 식별자·상태만 참조.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객체(Money·Quantity)는 나중에 따로 정의한다(부 5) — 지금은 "개념 후보"로만 표시한다.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개념 사이 관계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Order와 OrderLine은 몇 대 몇으로 엮이는가.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관계의 방향과 다중성을 어떻게 정하는가?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관계도 지어내지 않는다 — order-domain-definition.md §4(애그리거트 경계)의 "내부 구성"이 곧 관계다.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— OrderLine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대 다(*) — 주문 하나가 라인 여러 개를 가진다.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13176"/>
            <a:ext cx="41605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131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OrderLine — Money·Quantity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97224"/>
            <a:ext cx="41605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OrderLine이 단가(Money)·수량(Quantity)을 값으로 가진다.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OrderLine을 Order 밖에서 직접 바꾸는 관계는 없다 — 애그리거트 경계가 곧 관계의 제약이다.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같은 Order, 두 모델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개념도 어느 단계냐에 따라 담는 정보가 다르다.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모델과 클래스 모델을 나란히 보면 무엇이 늘어나는가?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모델의 "Order — 총액을 가진다"가 클래스 모델에서 "Order.total(): Money"로 구체화된다.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65932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모델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Order는 총액을 가진다(속성 이름만).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타입·연산은 아직 없다.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65932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65932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모델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668268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total: Money — 타입이 붙는다.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total(): Money — 연산이 붙는다.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total()을 누가 계산할지(책임)는 아직 정하지 않는다 — 그건 부 3(GRASP)의 몫이다.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정적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텍스트의 명사가 개념이 되고, 개념에 타입·연산이 붙으면 클래스가 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강의로 본 절차(명사 추출 → 관계 → 승격)를 다음 교시에서 손으로 직접 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874599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74599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재료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874599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후보는 유비쿼터스 용어에서 온다.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598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598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관계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4598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관계·다중성은 애그리거트 경계에서 온다.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0450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450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승격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0450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타입·연산이 붙으면 클래스 모델이 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Order를 개념 모델·클래스 모델로 직접 그려 본다.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Order의 명사·관계·클래스를 손으로 직접 뽑으면 오늘 본 것과 얼마나 같은가.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2026-08-08T20:59:38Z</dcterms:created>
  <dcterms:modified xsi:type="dcterms:W3CDTF">2026-08-08T20:59:38Z</dcterms:modified>
</cp:coreProperties>
</file>