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시간이 대부분 — 절차 설명은 짧게.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부0 stance.just-enough를 실습에서 처음 손으로 확인하는 자리라고 짚는다.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 개별 → 짝 대조 방식으로 진행 가능.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동사와 명사를 섞어 뽑는 흔한 실수를 미리 짚는다. 배분 7분(개별 작업 포함).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흔한 오답(Order-상품 직접 연결)을 미리 예상하고 짚는다. 배분 7분(개별 작업 포함).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연산은 "이름만" — 몸통(구현)은 부3까지 미룬다는 걸 분명히 한다.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1(교시 6 "동적 모델")로 이어진다.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45436" y="1024128"/>
            <a:ext cx="344043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것과 할 수 있는 것은 다르다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절차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— 명사 후보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— 관계 긋기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— 클래스로 승격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 유스케이스에서 개념·관계·클래스를 손으로 직접 뽑을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 유스케이스 텍스트에서 명사 후보를 뽑고, 관계를 긋고, 클래스로 승격할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텍스트에서 명사 후보를 뽑는다.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사이 관계·다중성을 정한다.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속성·연산을 더해 클래스로 승격한다.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교시4의 절차를 그대로 따라가되, 이번엔 강사가 아니라 손이 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본 것과 할 수 있는 것은 다르다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강의에서 Order 예를 봤다고 PlaceOrder를 스스로 뽑을 수 있는 건 아니다.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놓치기 쉬운가?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명사를 너무 많이 뽑거나(과잉), 너무 적게 뽑는다(무지) — Just Enough(부0 자세)가 여기서 처음 손으로 시험된다.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 개념(재고·결제 내부)까지 끌어들인다.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Money·Quantity 같은 값 개념을 속성 하나로 뭉갠다.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범위는 order-domain-definition.md §2가 이미 그어 놨다 — 새로 판단하지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3단계 절차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명사 뽑기 → 관계 긋기 → 클래스로 승격, 순서를 건너뛰지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순서로 진행하는가?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교시4에서 본 순서를 그대로 따른다 — 개념부터 합의하고 나서 구현 세부(타입·메서드)로 간다.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텍스트에서 명사 후보를 표시한다.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사이 관계·다중성을 긋는다.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속성에 타입을, 필요한 곳에 연산을 붙인다.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규율: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3단계를 뒤섞지 않는다 — 타입부터 정하면 개념 합의 없이 구현으로 건너뛴다.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Step 1 — 명사 후보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 유스케이스 텍스트에서 후보를 표시한다.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 텍스트에서 무엇이 명사 후보인가?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유스케이스: "고객이 상품·수량을 골라 주문을 생성한다"(order-domain-definition.md §7).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뽑히는 후보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고객(Customer) · 주문(Order) · 상품 · 수량(Quantity).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뽑히지 않는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"고른다"는 행위 — 명사가 아니라 관계·연산 후보다.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동사("고른다","생성한다")는 이 단계에서 명사 후보가 아니다 — 다음 단계(관계·연산)의 재료로 남겨둔다.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Step 2 — 관계 긋기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뽑은 후보 사이에 관계와 다중성을 정한다.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Order는 상품과 직접 관계를 갖는가?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애그리거트 경계(§4)를 다시 쓴다 — Order는 상품을 직접 참조하지 않고 OrderLine을 통해서만 관계한다.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65932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그음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상품을 직접 참조·조회한다.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애그리거트 경계(§4)를 넘는다.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65932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그음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— OrderLine(1 대 다).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OrderLine — 상품은 식별자만 참조(§2).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"Order가 상품을 직접 안다"고 그으면 애그리거트 경계를 넘는다 — 여기서 걸러야 부5에서 다시 안 틀린다.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Step 3 — 클래스로 승격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속성에 타입을 매기고, 필요한 연산을 붙인다.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클래스에 무엇을 더하는가?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모델의 "Order — 라인들을 가진다"가 클래스 모델에서 속성·연산으로 구체화된다.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lines: OrderLine[] · status: OrderStatus.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연산(이름만)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total(): Money — 계산 방법은 아직 안 정한다.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total()을 누가 계산하는지(책임 배치)는 부 3(GRASP)에서 정식으로 다룬다.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명사 → 관계 → 승격, 세 단계로 PlaceOrder를 손으로 모델링했다.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그린 정적 모델(구조)에 다음 교시부터 동적 모델(행동)을 얹는다.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874599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74599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명사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874599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텍스트에서 뽑되 동사와 섞지 않는다.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598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598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관계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4598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애그리거트 경계를 넘지 않게 긋는다.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0450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0450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승격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0450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연산은 이름만 — 몸통은 부3으로 미룬다.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Order가 시간에 따라 어떻게 상태를 바꾸는지 본다.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정적으로 무엇을 가졌는지는 봤다 — 언제 무엇이 바뀌는지는 어떻게 보는가.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2026-08-08T20:59:38Z</dcterms:created>
  <dcterms:modified xsi:type="dcterms:W3CDTF">2026-08-08T20:59:38Z</dcterms:modified>
</cp:coreProperties>
</file>