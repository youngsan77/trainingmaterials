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 0에서 세운 동기를 이제 요구사항이라는 구체적 입력으로 내려본다.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요구사항 품질(완전성·모호성) 정의 자체는 QM 소유 — 여기서는 "왜 문장만으론 부족한가"라는 증상만 세운다.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교시는 둘 다 "쓸 줄 안다"까지만 간다 — 어느 방법론을 쓸지는 조직 선택이라 여기서 정하지 않는다.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ooad-lab-design.md 부1 (a). R5는 order-domain-definition.md §5. 손가락으로 "취소 조건이 어디서 처음 보이나"를 짚게 한다.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R5(취소 조건)를 다시 인용해 "규칙이 곧 대안흐름의 재료"임을 보인다.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이분법("애자일=스토리, 워터폴=유스케이스")로 오해하지 않게 한다.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ooad-curriculum-2day.md 부 1(교시 3 "BDD")로 이어진다.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요구사항 → 유스케이스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요구사항 → 유스케이스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88108" y="1024128"/>
            <a:ext cx="333375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문장으로는 합의가 안 된다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유스케이스와 유저 스토리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요구, 세 표현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 하나를 뜯어보면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어느 쪽을 쓰나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요구사항 → 유스케이스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한 문장이 왜 실행 가능한 합의가 아닌지 알고, 유스케이스·유저 스토리로 옮길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요구를 요구사항 문장·유스케이스·유저 스토리 세 형식으로 쓰고, 언제 어느 쪽을 쓰는지 말할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문장 하나로는 무엇이 안 정해지는지 짚는다.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유스케이스(기본흐름·대안흐름)와 유저 스토리의 구조를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요구를 세 형식으로 옮겨 쓴다.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 1(분석)의 첫 단추 — 이후 정적·동적 모델은 전부 여기서 만든 유스케이스를 재료로 쓴다.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한 문장으로는 합의가 안 된다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요구사항 → 유스케이스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"주문을 취소할 수 있어야 한다"는 언제·무엇이 실패하면인지 정하지 않는다.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문장만 보고 코드를 짤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문장은 의도를 담지만 흐름(순서·조건·예외)은 담지 않는다 — 읽는 사람마다 다르게 채운다.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47060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4706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531108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배송된 주문도 취소되는가?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취소가 실패하면 무엇을 돌려주는가?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147060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14706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531108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개발자·기획자가 각자 다른 걸 가정한 채 코드를 짠다.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검증할 때가 돼서야 어긋남이 드러난다.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대가: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문장이 정하지 않은 것은 코드가 대신 정한다 — 아무도 합의하지 않은 채로.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유스케이스와 유저 스토리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요구사항 → 유스케이스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유스케이스는 흐름을, 유저 스토리는 협상 단위를 담는다.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문장이 못 담은 것을 무엇이 대신 담는가?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 = 액터·목표·기본흐름·대안흐름. 유저 스토리 = "…로서 …하고 싶다, …하기 위해"의 짧은 협상 단위.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액터가 목표를 이루는 전 과정을 흐름으로 적는다.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기본흐름 하나 + 대안흐름 여러 개.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스토리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 + 인수 조건으로 짧게 협상한다.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스프린트 단위로 쪼개기 쉽다.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유스케이스는 완결된 상호작용을, 유저 스토리는 협상 가능한 조각을 담는다 — 크기가 다른 도구다.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같은 요구, 세 표현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요구사항 → 유스케이스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"주문을 취소할 수 있어야 한다"를 세 형식으로 옮겨 본다.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요구를 어떻게 담나?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대면: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문장 → 유스케이스 → 유저 스토리, 정보량이 늘어나는 순서로 나란히 놓는다.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964180"/>
            <a:ext cx="2712720" cy="146675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6418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문장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348228"/>
            <a:ext cx="2712720" cy="108271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"주문을 취소할 수 있어야 한다."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2964180"/>
            <a:ext cx="2712720" cy="146675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296418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348228"/>
            <a:ext cx="2712720" cy="108271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CancelOrder: PENDING·PAID에서만 허용(R5).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상태에서 시도하면 거부하고 사유를 돌려준다.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2964180"/>
            <a:ext cx="2712720" cy="146675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296418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스토리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348228"/>
            <a:ext cx="2712720" cy="108271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고객으로서, 배송 전 주문을 취소하고 싶다,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마음이 바뀌었을 때 결제를 되돌리기 위해.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하나가 감춘 조건(R5 취소 조건)이 유스케이스에서 처음 드러난다.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유스케이스 하나를 뜯어보면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요구사항 → 유스케이스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CancelOrder의 기본흐름과 대안흐름을 나눠 본다.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흐름은 몇 갈래인가?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기본흐름은 하나, 대안흐름은 조건마다 하나씩 — 조건은 도메인 규칙(R5)에서 온다.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85160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8516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기본흐름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569208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취소 요청 → PENDING·PAID 확인 → CANCELLED로 전이.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185160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18516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대안흐름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569208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SHIPPED 이후 상태면 거부하고 사유 반환(R5).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대안흐름은 새로 지어내지 않는다 — 도메인 규칙(R5)을 그대로 흐름으로 옮긴 것이다.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언제 어느 쪽을 쓰나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요구사항 → 유스케이스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크기와 협상 단위가 다르면 쓰는 자리도 다르다.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유스케이스와 유저 스토리 중 언제 어느 쪽을 쓰는가?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상호작용을 한 번에 봐야 하면 유스케이스, 스프린트 단위로 쪼개 합의하려면 유저 스토리.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65932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65932"/>
            <a:ext cx="4114800" cy="402336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유스케이스가 맞는 자리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68268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설계·모델링의 입력이 필요할 때.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대안흐름·예외까지 한 번에 검토할 때.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65932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7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265932"/>
            <a:ext cx="4114800" cy="402336"/>
          </a:xfrm>
          <a:prstGeom prst="rect">
            <a:avLst/>
          </a:prstGeom>
          <a:solidFill>
            <a:srgbClr val="007965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스토리가 맞는 자리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668268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백로그를 짧게 쪼개 우선순위를 매길 때.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조건을 인수 테스트로 바로 옮길 때.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공존: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둘은 경쟁하지 않는다 — 유스케이스가 유저 스토리 여럿으로 쪼개지는 경우가 흔하다.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요구사항 → 유스케이스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문장의 빈틈은 유스케이스에서 드러나고, 유저 스토리는 그것을 협상 단위로 쪼갠다.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교시로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교시에서 만든 CancelOrder 유스케이스를 다음 교시에서 Given-When-Then으로 실행 가능하게 만든다.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26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26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진단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0026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문장은 흐름·조건을 담지 않는다.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78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878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형식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878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유스케이스=흐름, 유저 스토리=협상 단위.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73047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73047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재료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173047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대안흐름은 도메인 규칙에서 온다(R5 예).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CancelOrder 유스케이스를 Given-When-Then 시나리오로 실행 가능하게 만든다.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CancelOrder를 Given-When-Then으로 쓰면 R6 전이 규칙이 어떻게 시나리오가 되는가.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2026-08-08T20:59:37Z</dcterms:created>
  <dcterms:modified xsi:type="dcterms:W3CDTF">2026-08-08T20:59:37Z</dcterms:modified>
</cp:coreProperties>
</file>